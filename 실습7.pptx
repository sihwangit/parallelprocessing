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95" r:id="rId2"/>
  </p:sldMasterIdLst>
  <p:notesMasterIdLst>
    <p:notesMasterId r:id="rId9"/>
  </p:notesMasterIdLst>
  <p:sldIdLst>
    <p:sldId id="644" r:id="rId3"/>
    <p:sldId id="781" r:id="rId4"/>
    <p:sldId id="779" r:id="rId5"/>
    <p:sldId id="780" r:id="rId6"/>
    <p:sldId id="782" r:id="rId7"/>
    <p:sldId id="560" r:id="rId8"/>
  </p:sldIdLst>
  <p:sldSz cx="12192000" cy="6858000"/>
  <p:notesSz cx="6881813" cy="100028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2F7"/>
    <a:srgbClr val="E3DCC1"/>
    <a:srgbClr val="4472C4"/>
    <a:srgbClr val="FFC000"/>
    <a:srgbClr val="0000FF"/>
    <a:srgbClr val="FF0000"/>
    <a:srgbClr val="2F5597"/>
    <a:srgbClr val="993300"/>
    <a:srgbClr val="BFBFB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17" autoAdjust="0"/>
    <p:restoredTop sz="93073" autoAdjust="0"/>
  </p:normalViewPr>
  <p:slideViewPr>
    <p:cSldViewPr snapToGrid="0">
      <p:cViewPr varScale="1">
        <p:scale>
          <a:sx n="147" d="100"/>
          <a:sy n="147" d="100"/>
        </p:scale>
        <p:origin x="96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501879"/>
          </a:xfrm>
          <a:prstGeom prst="rect">
            <a:avLst/>
          </a:prstGeom>
        </p:spPr>
        <p:txBody>
          <a:bodyPr vert="horz" lIns="96478" tIns="48239" rIns="96478" bIns="4823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501879"/>
          </a:xfrm>
          <a:prstGeom prst="rect">
            <a:avLst/>
          </a:prstGeom>
        </p:spPr>
        <p:txBody>
          <a:bodyPr vert="horz" lIns="96478" tIns="48239" rIns="96478" bIns="48239" rtlCol="0"/>
          <a:lstStyle>
            <a:lvl1pPr algn="r">
              <a:defRPr sz="1300"/>
            </a:lvl1pPr>
          </a:lstStyle>
          <a:p>
            <a:fld id="{DD59A11F-DD13-4FD2-9A4F-956AF2B8F054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42913" y="1250950"/>
            <a:ext cx="5997575" cy="3375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478" tIns="48239" rIns="96478" bIns="4823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182" y="4813866"/>
            <a:ext cx="5505450" cy="3938617"/>
          </a:xfrm>
          <a:prstGeom prst="rect">
            <a:avLst/>
          </a:prstGeom>
        </p:spPr>
        <p:txBody>
          <a:bodyPr vert="horz" lIns="96478" tIns="48239" rIns="96478" bIns="48239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00961"/>
            <a:ext cx="2982119" cy="501878"/>
          </a:xfrm>
          <a:prstGeom prst="rect">
            <a:avLst/>
          </a:prstGeom>
        </p:spPr>
        <p:txBody>
          <a:bodyPr vert="horz" lIns="96478" tIns="48239" rIns="96478" bIns="4823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98102" y="9500961"/>
            <a:ext cx="2982119" cy="501878"/>
          </a:xfrm>
          <a:prstGeom prst="rect">
            <a:avLst/>
          </a:prstGeom>
        </p:spPr>
        <p:txBody>
          <a:bodyPr vert="horz" lIns="96478" tIns="48239" rIns="96478" bIns="48239" rtlCol="0" anchor="b"/>
          <a:lstStyle>
            <a:lvl1pPr algn="r">
              <a:defRPr sz="1300"/>
            </a:lvl1pPr>
          </a:lstStyle>
          <a:p>
            <a:fld id="{7895CB80-6DA6-4FD8-87E4-0DAFCBE584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6266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42913" y="1250950"/>
            <a:ext cx="5997575" cy="33750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CB80-6DA6-4FD8-87E4-0DAFCBE5843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4470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32CA2-3249-4EAD-8243-531BC30528AD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87BE7-7AAC-4E0F-8FB7-BE3C03E5E636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16" descr="1-29-Graphic-Motif-Type-A-Co">
            <a:extLst>
              <a:ext uri="{FF2B5EF4-FFF2-40B4-BE49-F238E27FC236}">
                <a16:creationId xmlns:a16="http://schemas.microsoft.com/office/drawing/2014/main" id="{64E2DC9B-7AF5-43F6-80E3-4374B86BE296}"/>
              </a:ext>
            </a:extLst>
          </p:cNvPr>
          <p:cNvPicPr preferRelativeResize="0">
            <a:picLocks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5768688"/>
            <a:ext cx="12192000" cy="76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49306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32CA2-3249-4EAD-8243-531BC30528AD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87BE7-7AAC-4E0F-8FB7-BE3C03E5E63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580D051-4DAB-4B80-9EA7-BDCB62CD2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1"/>
            <a:ext cx="10515600" cy="756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3" name="내용 개체 틀 12">
            <a:extLst>
              <a:ext uri="{FF2B5EF4-FFF2-40B4-BE49-F238E27FC236}">
                <a16:creationId xmlns:a16="http://schemas.microsoft.com/office/drawing/2014/main" id="{BF4A519C-7588-40C5-AC5D-B6E24A8512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588073"/>
            <a:ext cx="10515600" cy="4768277"/>
          </a:xfrm>
        </p:spPr>
        <p:txBody>
          <a:bodyPr/>
          <a:lstStyle>
            <a:lvl1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1DBE04A-B690-484B-A6FC-E644BCD23A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79820" y="108115"/>
            <a:ext cx="611560" cy="619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32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8C15AE-F2CD-4FD0-9B9D-482900090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1763"/>
            <a:ext cx="10515600" cy="75286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25D512-5400-4C70-84EF-2B07DA07E9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88073"/>
            <a:ext cx="5181600" cy="4588889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78CC1AF-72CB-49E1-BBED-B606ED7295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88074"/>
            <a:ext cx="5181600" cy="458889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9A44F4-6F39-4180-8B79-E2BA6BF82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737B2-50FE-4FB0-AAD0-91A55CD69066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845C0B-70E1-4BD3-9277-1D8A801BA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1EAFB0-4F01-4BBC-B71A-670F20364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5AF7D-E8E3-44EC-B36A-9EBDEF8BB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2259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32CA2-3249-4EAD-8243-531BC30528AD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87BE7-7AAC-4E0F-8FB7-BE3C03E5E6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329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ahoma" panose="020B0604030504040204" pitchFamily="34" charset="0"/>
                <a:cs typeface="Tahoma" panose="020B0604030504040204" pitchFamily="34" charset="0"/>
              </a:defRPr>
            </a:lvl1pPr>
            <a:lvl2pPr>
              <a:defRPr>
                <a:latin typeface="Tahoma" panose="020B0604030504040204" pitchFamily="34" charset="0"/>
                <a:cs typeface="Tahoma" panose="020B0604030504040204" pitchFamily="34" charset="0"/>
              </a:defRPr>
            </a:lvl2pPr>
            <a:lvl3pPr>
              <a:defRPr>
                <a:latin typeface="Tahoma" panose="020B0604030504040204" pitchFamily="34" charset="0"/>
                <a:cs typeface="Tahoma" panose="020B0604030504040204" pitchFamily="34" charset="0"/>
              </a:defRPr>
            </a:lvl3pPr>
            <a:lvl4pPr>
              <a:defRPr>
                <a:latin typeface="Tahoma" panose="020B0604030504040204" pitchFamily="34" charset="0"/>
                <a:cs typeface="Tahoma" panose="020B0604030504040204" pitchFamily="34" charset="0"/>
              </a:defRPr>
            </a:lvl4pPr>
            <a:lvl5pPr>
              <a:defRPr>
                <a:latin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4B4D42-B4C3-453B-AC7B-F2A1B16C6E0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97852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36D38E-E328-410C-98C1-0FADB01967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16EE08D-4F43-406B-A128-D939FC5AF2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9904B4-43BB-49AA-A22E-9F2AD2639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FCFE-FD11-45F5-B9A5-25CB76CD0B21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8B4020-E726-4081-A8EB-CECA056F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817365-C01B-443A-9444-0C9AE67C1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89A8-7783-4981-8748-A5470A89E9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5337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5F8FEF-E929-4625-B208-C7478F4FE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8BF88F-89B3-44E5-ACE6-9B9364192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E8761F-C292-4C6B-BC90-86D6A1A9A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FCFE-FD11-45F5-B9A5-25CB76CD0B21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C228EC-FBFF-4547-8BBE-F0A6513D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4DBE7F-5392-4C53-8DE3-26AAF4B0F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89A8-7783-4981-8748-A5470A89E9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1004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0B8DDB-379C-4B73-B9A5-DA46E87A2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D4FE1C-2B9B-474E-A293-EE224A1C6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834F50-5073-4BF4-9A69-7AA489904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FCFE-FD11-45F5-B9A5-25CB76CD0B21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F67D1C-753B-41DA-AE5E-E3C4ACBE5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49106E-D1C8-41A1-81CC-712B37E57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89A8-7783-4981-8748-A5470A89E9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69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310D26-6AA9-45C6-B488-FD2B2E2F7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F3E227-BBB7-42D2-BF2C-61A28C32AA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A744965-5C0F-487B-9E59-D0BEDB1DA4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560A9D-B652-48C0-BAE1-CB127803B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FCFE-FD11-45F5-B9A5-25CB76CD0B21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1916FC-FFC5-4119-8BE5-9CE4FDCFE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69E63D6-017B-4F88-872A-FE7CD2866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89A8-7783-4981-8748-A5470A89E9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8765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82982A-F0A8-45AE-AC89-6324CB5D5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FF8134-1F8A-4FAF-8A9F-1FFF34AF7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87FC29E-C55E-4422-8809-6E1537932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D5712D6-EFDF-447B-ABED-CE6D4D3272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54BD971-CBD3-498F-B4BB-3CF63A35D4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D34B54F-E1A6-49E5-8242-CE777E434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FCFE-FD11-45F5-B9A5-25CB76CD0B21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F1EE485-A36C-478A-93AF-A406EE9A1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61CE7C0-58B0-4599-8D02-23390664D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89A8-7783-4981-8748-A5470A89E9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676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FE9027-E7A1-4073-909F-4797A5C4E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415AF56-3D5C-4576-9EAB-D68515713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FCFE-FD11-45F5-B9A5-25CB76CD0B21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712F4A-00FA-43E5-A365-87CA4725D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BEEEAEA-A755-449D-B062-F5EB78702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89A8-7783-4981-8748-A5470A89E9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7503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641B33D-CC6D-467D-882A-C9720D745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FCFE-FD11-45F5-B9A5-25CB76CD0B21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326DC3A-0A51-4206-8FA3-F60A9721D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EE00F0-27DA-44BF-8350-DE7689C2A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89A8-7783-4981-8748-A5470A89E9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22395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6445C9-8843-49A0-93DA-DCC5CAA8A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2E1C87-75E2-4CA5-BC3D-1037AE400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3283913-EEC8-47D3-AD74-74F8AD9C5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6E54A9-8A6A-4DE1-A883-E94C82D6F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FCFE-FD11-45F5-B9A5-25CB76CD0B21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1DEAA2-0DFB-4108-9F14-C3704EAAA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5C18B5-D0E7-41EE-891C-F53AD3DD4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89A8-7783-4981-8748-A5470A89E9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02299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03F925-1C00-4591-82B8-D9DFDB48C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DD099F9-566D-4036-9298-B273198DC5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95AB981-4D20-46CE-9637-5971E6B0D2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7A171A-DEBF-4971-919F-B4CBDDEB7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FCFE-FD11-45F5-B9A5-25CB76CD0B21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05D6A3-8D33-4B0D-B8C6-778590B34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9D6A49-BEF9-4048-95C9-783F72D6F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89A8-7783-4981-8748-A5470A89E9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5253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3AE175-80AA-483B-B14C-5836BB25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E6B22E7-929C-4FF4-8EBE-DDD25C28F6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907F9C-7859-4C10-96F8-AF307E42E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FCFE-FD11-45F5-B9A5-25CB76CD0B21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2881FD-0B8F-4657-9BCB-EEC67E8FD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295C08-410F-489D-9877-795DAD71C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89A8-7783-4981-8748-A5470A89E9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79199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3552E6D-E858-4C58-93E4-84225E6AD2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95C0CD0-C40B-4051-A38C-6C30CC8DD9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A75F86-6C09-46D2-BC35-FBD7C2BB7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FCFE-FD11-45F5-B9A5-25CB76CD0B21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BD19F3-24FE-4806-B770-9A1B7F4FC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EA49E5-830C-442B-AE60-2BF9DD697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89A8-7783-4981-8748-A5470A89E9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656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31763"/>
            <a:ext cx="10515600" cy="756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88072"/>
            <a:ext cx="10515600" cy="47682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D32CA2-3249-4EAD-8243-531BC30528AD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187BE7-7AAC-4E0F-8FB7-BE3C03E5E636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16" descr="1-29-Graphic-Motif-Type-A-Co">
            <a:extLst>
              <a:ext uri="{FF2B5EF4-FFF2-40B4-BE49-F238E27FC236}">
                <a16:creationId xmlns:a16="http://schemas.microsoft.com/office/drawing/2014/main" id="{56ECB898-C399-4951-BDE9-503BD7E046AE}"/>
              </a:ext>
            </a:extLst>
          </p:cNvPr>
          <p:cNvPicPr preferRelativeResize="0">
            <a:picLocks noChangeArrowheads="1"/>
          </p:cNvPicPr>
          <p:nvPr userDrawn="1"/>
        </p:nvPicPr>
        <p:blipFill>
          <a:blip r:embed="rId7"/>
          <a:srcRect/>
          <a:stretch>
            <a:fillRect/>
          </a:stretch>
        </p:blipFill>
        <p:spPr bwMode="auto">
          <a:xfrm>
            <a:off x="0" y="1184464"/>
            <a:ext cx="12192000" cy="76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19330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92" r:id="rId3"/>
    <p:sldLayoutId id="2147483679" r:id="rId4"/>
    <p:sldLayoutId id="2147483707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Tahoma" panose="020B0604030504040204" pitchFamily="34" charset="0"/>
          <a:ea typeface="+mj-ea"/>
          <a:cs typeface="Tahoma" panose="020B0604030504040204" pitchFamily="34" charset="0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12DC915-1684-4142-9D35-114BA34EC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7AE0F4-3128-4C8D-8AC9-95540647C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96BEE2-5B25-4B1F-90DF-79652DB9A6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80FCFE-FD11-45F5-B9A5-25CB76CD0B21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89300F-7540-4E6B-AF39-81E882272D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584188-14DA-4BCB-8D13-EC7AD55D56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F489A8-7783-4981-8748-A5470A89E9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9963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B81D60-4BEF-4AC0-B62E-E71A2FC46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779" y="1583475"/>
            <a:ext cx="11302739" cy="1343644"/>
          </a:xfrm>
        </p:spPr>
        <p:txBody>
          <a:bodyPr anchor="ctr">
            <a:noAutofit/>
          </a:bodyPr>
          <a:lstStyle/>
          <a:p>
            <a:r>
              <a:rPr lang="ko-KR" altLang="en-US" sz="4000" dirty="0">
                <a:latin typeface="+mj-ea"/>
              </a:rPr>
              <a:t>실습</a:t>
            </a:r>
            <a:r>
              <a:rPr lang="en-US" altLang="ko-KR" sz="4000" dirty="0">
                <a:latin typeface="+mj-ea"/>
              </a:rPr>
              <a:t>7: Prefix Sum</a:t>
            </a:r>
            <a:endParaRPr lang="en-US" altLang="ko-KR" sz="2400" dirty="0">
              <a:latin typeface="+mj-ea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29417E9-25ED-4CC9-BBDF-096B2B74A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8100" y="3824494"/>
            <a:ext cx="9575800" cy="1883664"/>
          </a:xfrm>
        </p:spPr>
        <p:txBody>
          <a:bodyPr anchor="ctr">
            <a:normAutofit/>
          </a:bodyPr>
          <a:lstStyle/>
          <a:p>
            <a:r>
              <a:rPr lang="ko-KR" altLang="en-US" sz="2800" b="1" dirty="0">
                <a:latin typeface="+mn-ea"/>
                <a:ea typeface="+mn-ea"/>
              </a:rPr>
              <a:t>윤승현</a:t>
            </a:r>
            <a:endParaRPr lang="en-US" altLang="ko-KR" sz="2800" b="1" dirty="0">
              <a:latin typeface="+mn-ea"/>
              <a:ea typeface="+mn-ea"/>
            </a:endParaRPr>
          </a:p>
          <a:p>
            <a:r>
              <a:rPr lang="ko-KR" altLang="en-US" sz="2800" b="1" dirty="0">
                <a:latin typeface="+mn-ea"/>
                <a:ea typeface="+mn-ea"/>
              </a:rPr>
              <a:t>동국대학교 컴퓨터</a:t>
            </a:r>
            <a:r>
              <a:rPr lang="ko-KR" altLang="en-US" sz="2800" b="1" dirty="0">
                <a:latin typeface="+mn-ea"/>
                <a:ea typeface="+mn-ea"/>
                <a:sym typeface="Wingdings" panose="05000000000000000000" pitchFamily="2" charset="2"/>
              </a:rPr>
              <a:t></a:t>
            </a:r>
            <a:r>
              <a:rPr lang="en-US" altLang="ko-KR" sz="2800" b="1" dirty="0">
                <a:latin typeface="+mn-ea"/>
                <a:ea typeface="+mn-ea"/>
              </a:rPr>
              <a:t>AI</a:t>
            </a:r>
            <a:r>
              <a:rPr lang="ko-KR" altLang="en-US" sz="2800" b="1" dirty="0">
                <a:latin typeface="+mn-ea"/>
                <a:ea typeface="+mn-ea"/>
              </a:rPr>
              <a:t>학부</a:t>
            </a:r>
            <a:endParaRPr lang="en-US" altLang="ko-KR" sz="2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44727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A4F9B0-0101-C4FE-9FF1-F4DF9FB88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계층적 병렬 스캔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40469C-A87B-2E13-B16F-7E0152960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sz="2000" dirty="0">
                <a:latin typeface="+mn-ea"/>
                <a:ea typeface="+mn-ea"/>
              </a:rPr>
              <a:t>입력</a:t>
            </a:r>
            <a:r>
              <a:rPr lang="en-US" altLang="ko-KR" sz="2000" dirty="0">
                <a:latin typeface="+mn-ea"/>
                <a:ea typeface="+mn-ea"/>
              </a:rPr>
              <a:t>(BLOCK_SIZE = 4)</a:t>
            </a:r>
            <a:endParaRPr lang="en-US" altLang="ko-KR" sz="1200" dirty="0">
              <a:latin typeface="+mn-ea"/>
              <a:ea typeface="+mn-ea"/>
            </a:endParaRPr>
          </a:p>
          <a:p>
            <a:pPr lvl="1">
              <a:lnSpc>
                <a:spcPct val="100000"/>
              </a:lnSpc>
            </a:pPr>
            <a:endParaRPr lang="en-US" altLang="ko-KR" sz="1800" dirty="0">
              <a:latin typeface="+mn-ea"/>
              <a:ea typeface="+mn-ea"/>
            </a:endParaRPr>
          </a:p>
          <a:p>
            <a:pPr lvl="1">
              <a:lnSpc>
                <a:spcPct val="100000"/>
              </a:lnSpc>
            </a:pPr>
            <a:endParaRPr lang="en-US" altLang="ko-KR" sz="1800" dirty="0">
              <a:latin typeface="+mn-ea"/>
              <a:ea typeface="+mn-ea"/>
            </a:endParaRPr>
          </a:p>
          <a:p>
            <a:pPr>
              <a:lnSpc>
                <a:spcPct val="100000"/>
              </a:lnSpc>
            </a:pPr>
            <a:r>
              <a:rPr lang="en-US" altLang="ko-KR" sz="2000" dirty="0">
                <a:latin typeface="+mn-ea"/>
                <a:ea typeface="+mn-ea"/>
              </a:rPr>
              <a:t>Step 1: </a:t>
            </a:r>
            <a:r>
              <a:rPr lang="ko-KR" altLang="en-US" sz="2000" dirty="0">
                <a:latin typeface="+mn-ea"/>
                <a:ea typeface="+mn-ea"/>
              </a:rPr>
              <a:t>블록별 </a:t>
            </a:r>
            <a:r>
              <a:rPr lang="en-US" altLang="ko-KR" sz="2000" dirty="0">
                <a:latin typeface="+mn-ea"/>
                <a:ea typeface="+mn-ea"/>
              </a:rPr>
              <a:t>prefix </a:t>
            </a:r>
            <a:r>
              <a:rPr lang="ko-KR" altLang="en-US" sz="2000" dirty="0">
                <a:latin typeface="+mn-ea"/>
                <a:ea typeface="+mn-ea"/>
              </a:rPr>
              <a:t>합</a:t>
            </a:r>
            <a:r>
              <a:rPr lang="en-US" altLang="ko-KR" sz="2000" dirty="0">
                <a:latin typeface="+mn-ea"/>
                <a:ea typeface="+mn-ea"/>
              </a:rPr>
              <a:t>(Brent-Kung </a:t>
            </a:r>
            <a:r>
              <a:rPr lang="ko-KR" altLang="en-US" sz="2000" dirty="0">
                <a:latin typeface="+mn-ea"/>
                <a:ea typeface="+mn-ea"/>
              </a:rPr>
              <a:t>알고리즘</a:t>
            </a:r>
            <a:r>
              <a:rPr lang="en-US" altLang="ko-KR" sz="2000" dirty="0">
                <a:latin typeface="+mn-ea"/>
                <a:ea typeface="+mn-ea"/>
              </a:rPr>
              <a:t>)</a:t>
            </a:r>
          </a:p>
          <a:p>
            <a:pPr lvl="1">
              <a:lnSpc>
                <a:spcPct val="100000"/>
              </a:lnSpc>
            </a:pPr>
            <a:endParaRPr lang="en-US" altLang="ko-KR" sz="1800" dirty="0">
              <a:latin typeface="+mn-ea"/>
              <a:ea typeface="+mn-ea"/>
            </a:endParaRPr>
          </a:p>
          <a:p>
            <a:pPr lvl="1">
              <a:lnSpc>
                <a:spcPct val="100000"/>
              </a:lnSpc>
            </a:pPr>
            <a:endParaRPr lang="en-US" altLang="ko-KR" sz="1600" dirty="0">
              <a:latin typeface="+mn-ea"/>
              <a:ea typeface="+mn-ea"/>
            </a:endParaRPr>
          </a:p>
          <a:p>
            <a:pPr>
              <a:lnSpc>
                <a:spcPct val="100000"/>
              </a:lnSpc>
            </a:pPr>
            <a:r>
              <a:rPr lang="en-US" altLang="ko-KR" sz="2000" dirty="0">
                <a:latin typeface="+mn-ea"/>
                <a:ea typeface="+mn-ea"/>
              </a:rPr>
              <a:t>Step 2: </a:t>
            </a:r>
            <a:r>
              <a:rPr lang="ko-KR" altLang="en-US" sz="2000" dirty="0">
                <a:latin typeface="+mn-ea"/>
                <a:ea typeface="+mn-ea"/>
              </a:rPr>
              <a:t>블록의 합으로 배열 구성 후</a:t>
            </a:r>
            <a:r>
              <a:rPr lang="en-US" altLang="ko-KR" sz="2000" dirty="0">
                <a:latin typeface="+mn-ea"/>
                <a:ea typeface="+mn-ea"/>
              </a:rPr>
              <a:t>, prefix </a:t>
            </a:r>
            <a:r>
              <a:rPr lang="ko-KR" altLang="en-US" sz="2000" dirty="0">
                <a:latin typeface="+mn-ea"/>
                <a:ea typeface="+mn-ea"/>
              </a:rPr>
              <a:t>합</a:t>
            </a:r>
            <a:endParaRPr lang="en-US" altLang="ko-KR" sz="2200" dirty="0">
              <a:latin typeface="+mn-ea"/>
              <a:ea typeface="+mn-ea"/>
            </a:endParaRPr>
          </a:p>
          <a:p>
            <a:pPr lvl="1">
              <a:lnSpc>
                <a:spcPct val="100000"/>
              </a:lnSpc>
            </a:pPr>
            <a:endParaRPr lang="en-US" altLang="ko-KR" sz="1600" dirty="0">
              <a:latin typeface="+mn-ea"/>
              <a:ea typeface="+mn-ea"/>
            </a:endParaRPr>
          </a:p>
          <a:p>
            <a:pPr lvl="1">
              <a:lnSpc>
                <a:spcPct val="100000"/>
              </a:lnSpc>
            </a:pPr>
            <a:endParaRPr lang="en-US" altLang="ko-KR" sz="1600" dirty="0">
              <a:latin typeface="+mn-ea"/>
              <a:ea typeface="+mn-ea"/>
            </a:endParaRPr>
          </a:p>
          <a:p>
            <a:pPr>
              <a:lnSpc>
                <a:spcPct val="100000"/>
              </a:lnSpc>
            </a:pPr>
            <a:r>
              <a:rPr lang="en-US" altLang="ko-KR" sz="2000" dirty="0">
                <a:latin typeface="+mn-ea"/>
                <a:ea typeface="+mn-ea"/>
              </a:rPr>
              <a:t>Step3: </a:t>
            </a:r>
            <a:r>
              <a:rPr lang="ko-KR" altLang="en-US" sz="2000" dirty="0">
                <a:latin typeface="+mn-ea"/>
                <a:ea typeface="+mn-ea"/>
              </a:rPr>
              <a:t>블록 합의 </a:t>
            </a:r>
            <a:r>
              <a:rPr lang="en-US" altLang="ko-KR" sz="2000" dirty="0">
                <a:latin typeface="+mn-ea"/>
                <a:ea typeface="+mn-ea"/>
              </a:rPr>
              <a:t>prefix </a:t>
            </a:r>
            <a:r>
              <a:rPr lang="ko-KR" altLang="en-US" sz="2000" dirty="0">
                <a:latin typeface="+mn-ea"/>
                <a:ea typeface="+mn-ea"/>
              </a:rPr>
              <a:t>합을 블록별 전파</a:t>
            </a:r>
            <a:endParaRPr lang="en-US" altLang="ko-KR" sz="2000" dirty="0">
              <a:latin typeface="+mn-ea"/>
              <a:ea typeface="+mn-ea"/>
            </a:endParaRPr>
          </a:p>
          <a:p>
            <a:pPr>
              <a:lnSpc>
                <a:spcPct val="100000"/>
              </a:lnSpc>
            </a:pPr>
            <a:endParaRPr lang="en-US" altLang="ko-KR" sz="2000" dirty="0">
              <a:latin typeface="+mn-ea"/>
              <a:ea typeface="+mn-ea"/>
            </a:endParaRPr>
          </a:p>
          <a:p>
            <a:pPr>
              <a:lnSpc>
                <a:spcPct val="100000"/>
              </a:lnSpc>
            </a:pPr>
            <a:endParaRPr lang="ko-KR" altLang="en-US" sz="2000" dirty="0">
              <a:latin typeface="+mn-ea"/>
              <a:ea typeface="+mn-ea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2BEBC81E-09C3-1C93-6A17-2C82CB8C94C4}"/>
              </a:ext>
            </a:extLst>
          </p:cNvPr>
          <p:cNvGrpSpPr/>
          <p:nvPr/>
        </p:nvGrpSpPr>
        <p:grpSpPr>
          <a:xfrm>
            <a:off x="838200" y="2093461"/>
            <a:ext cx="10515600" cy="489494"/>
            <a:chOff x="1005840" y="1234440"/>
            <a:chExt cx="9025494" cy="384048"/>
          </a:xfrm>
        </p:grpSpPr>
        <p:sp>
          <p:nvSpPr>
            <p:cNvPr id="5" name="Shape 7">
              <a:extLst>
                <a:ext uri="{FF2B5EF4-FFF2-40B4-BE49-F238E27FC236}">
                  <a16:creationId xmlns:a16="http://schemas.microsoft.com/office/drawing/2014/main" id="{33BE1E15-BBC3-C3D7-773F-369E8CB83AE2}"/>
                </a:ext>
              </a:extLst>
            </p:cNvPr>
            <p:cNvSpPr/>
            <p:nvPr/>
          </p:nvSpPr>
          <p:spPr>
            <a:xfrm>
              <a:off x="1005840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6" name="Text 8">
              <a:extLst>
                <a:ext uri="{FF2B5EF4-FFF2-40B4-BE49-F238E27FC236}">
                  <a16:creationId xmlns:a16="http://schemas.microsoft.com/office/drawing/2014/main" id="{9C145585-BCDD-8D71-8791-3DBA792B341C}"/>
                </a:ext>
              </a:extLst>
            </p:cNvPr>
            <p:cNvSpPr/>
            <p:nvPr/>
          </p:nvSpPr>
          <p:spPr>
            <a:xfrm>
              <a:off x="1005840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3</a:t>
              </a:r>
              <a:endParaRPr lang="en-US" dirty="0">
                <a:latin typeface="+mn-ea"/>
              </a:endParaRPr>
            </a:p>
          </p:txBody>
        </p:sp>
        <p:sp>
          <p:nvSpPr>
            <p:cNvPr id="7" name="Shape 9">
              <a:extLst>
                <a:ext uri="{FF2B5EF4-FFF2-40B4-BE49-F238E27FC236}">
                  <a16:creationId xmlns:a16="http://schemas.microsoft.com/office/drawing/2014/main" id="{80F724B5-FF6A-DB08-D799-A317997993C6}"/>
                </a:ext>
              </a:extLst>
            </p:cNvPr>
            <p:cNvSpPr/>
            <p:nvPr/>
          </p:nvSpPr>
          <p:spPr>
            <a:xfrm>
              <a:off x="1572768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8" name="Text 10">
              <a:extLst>
                <a:ext uri="{FF2B5EF4-FFF2-40B4-BE49-F238E27FC236}">
                  <a16:creationId xmlns:a16="http://schemas.microsoft.com/office/drawing/2014/main" id="{40F1428D-B5C8-A2F1-8EE6-F9E12256B285}"/>
                </a:ext>
              </a:extLst>
            </p:cNvPr>
            <p:cNvSpPr/>
            <p:nvPr/>
          </p:nvSpPr>
          <p:spPr>
            <a:xfrm>
              <a:off x="1572768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4</a:t>
              </a:r>
              <a:endParaRPr lang="en-US" dirty="0">
                <a:latin typeface="+mn-ea"/>
              </a:endParaRPr>
            </a:p>
          </p:txBody>
        </p:sp>
        <p:sp>
          <p:nvSpPr>
            <p:cNvPr id="9" name="Shape 11">
              <a:extLst>
                <a:ext uri="{FF2B5EF4-FFF2-40B4-BE49-F238E27FC236}">
                  <a16:creationId xmlns:a16="http://schemas.microsoft.com/office/drawing/2014/main" id="{19C61228-FC70-395E-4373-DD0B7F44A08D}"/>
                </a:ext>
              </a:extLst>
            </p:cNvPr>
            <p:cNvSpPr/>
            <p:nvPr/>
          </p:nvSpPr>
          <p:spPr>
            <a:xfrm>
              <a:off x="2139696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10" name="Text 12">
              <a:extLst>
                <a:ext uri="{FF2B5EF4-FFF2-40B4-BE49-F238E27FC236}">
                  <a16:creationId xmlns:a16="http://schemas.microsoft.com/office/drawing/2014/main" id="{F3D2EE7D-0143-7A0B-39CA-2EC1A458DE7C}"/>
                </a:ext>
              </a:extLst>
            </p:cNvPr>
            <p:cNvSpPr/>
            <p:nvPr/>
          </p:nvSpPr>
          <p:spPr>
            <a:xfrm>
              <a:off x="2139696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5</a:t>
              </a:r>
              <a:endParaRPr lang="en-US" dirty="0">
                <a:latin typeface="+mn-ea"/>
              </a:endParaRPr>
            </a:p>
          </p:txBody>
        </p:sp>
        <p:sp>
          <p:nvSpPr>
            <p:cNvPr id="11" name="Shape 13">
              <a:extLst>
                <a:ext uri="{FF2B5EF4-FFF2-40B4-BE49-F238E27FC236}">
                  <a16:creationId xmlns:a16="http://schemas.microsoft.com/office/drawing/2014/main" id="{4E7CB6B4-2A71-981B-9CC4-A5415EE39954}"/>
                </a:ext>
              </a:extLst>
            </p:cNvPr>
            <p:cNvSpPr/>
            <p:nvPr/>
          </p:nvSpPr>
          <p:spPr>
            <a:xfrm>
              <a:off x="2706624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12" name="Text 14">
              <a:extLst>
                <a:ext uri="{FF2B5EF4-FFF2-40B4-BE49-F238E27FC236}">
                  <a16:creationId xmlns:a16="http://schemas.microsoft.com/office/drawing/2014/main" id="{D52A38CB-667C-47ED-104C-30604B66B7F8}"/>
                </a:ext>
              </a:extLst>
            </p:cNvPr>
            <p:cNvSpPr/>
            <p:nvPr/>
          </p:nvSpPr>
          <p:spPr>
            <a:xfrm>
              <a:off x="2706624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7</a:t>
              </a:r>
              <a:endParaRPr lang="en-US" dirty="0">
                <a:latin typeface="+mn-ea"/>
              </a:endParaRPr>
            </a:p>
          </p:txBody>
        </p:sp>
        <p:sp>
          <p:nvSpPr>
            <p:cNvPr id="13" name="Shape 15">
              <a:extLst>
                <a:ext uri="{FF2B5EF4-FFF2-40B4-BE49-F238E27FC236}">
                  <a16:creationId xmlns:a16="http://schemas.microsoft.com/office/drawing/2014/main" id="{0066F901-3C7D-3195-5F9F-879C793A87BD}"/>
                </a:ext>
              </a:extLst>
            </p:cNvPr>
            <p:cNvSpPr/>
            <p:nvPr/>
          </p:nvSpPr>
          <p:spPr>
            <a:xfrm>
              <a:off x="3273552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14" name="Text 16">
              <a:extLst>
                <a:ext uri="{FF2B5EF4-FFF2-40B4-BE49-F238E27FC236}">
                  <a16:creationId xmlns:a16="http://schemas.microsoft.com/office/drawing/2014/main" id="{60366D94-1AF4-20A2-576B-1B62831A2B0B}"/>
                </a:ext>
              </a:extLst>
            </p:cNvPr>
            <p:cNvSpPr/>
            <p:nvPr/>
          </p:nvSpPr>
          <p:spPr>
            <a:xfrm>
              <a:off x="3273552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9</a:t>
              </a:r>
              <a:endParaRPr lang="en-US" dirty="0">
                <a:latin typeface="+mn-ea"/>
              </a:endParaRPr>
            </a:p>
          </p:txBody>
        </p:sp>
        <p:sp>
          <p:nvSpPr>
            <p:cNvPr id="15" name="Shape 17">
              <a:extLst>
                <a:ext uri="{FF2B5EF4-FFF2-40B4-BE49-F238E27FC236}">
                  <a16:creationId xmlns:a16="http://schemas.microsoft.com/office/drawing/2014/main" id="{BA20B597-5321-0195-8EAB-F12F45B021F5}"/>
                </a:ext>
              </a:extLst>
            </p:cNvPr>
            <p:cNvSpPr/>
            <p:nvPr/>
          </p:nvSpPr>
          <p:spPr>
            <a:xfrm>
              <a:off x="3840480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16" name="Text 18">
              <a:extLst>
                <a:ext uri="{FF2B5EF4-FFF2-40B4-BE49-F238E27FC236}">
                  <a16:creationId xmlns:a16="http://schemas.microsoft.com/office/drawing/2014/main" id="{BEF01712-F0D8-1835-7B13-4F3C7A05DCA1}"/>
                </a:ext>
              </a:extLst>
            </p:cNvPr>
            <p:cNvSpPr/>
            <p:nvPr/>
          </p:nvSpPr>
          <p:spPr>
            <a:xfrm>
              <a:off x="3840480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1</a:t>
              </a:r>
              <a:endParaRPr lang="en-US" dirty="0">
                <a:latin typeface="+mn-ea"/>
              </a:endParaRPr>
            </a:p>
          </p:txBody>
        </p:sp>
        <p:sp>
          <p:nvSpPr>
            <p:cNvPr id="17" name="Shape 19">
              <a:extLst>
                <a:ext uri="{FF2B5EF4-FFF2-40B4-BE49-F238E27FC236}">
                  <a16:creationId xmlns:a16="http://schemas.microsoft.com/office/drawing/2014/main" id="{11EC3300-F847-A2F5-BD3E-6DE1A41BE6E3}"/>
                </a:ext>
              </a:extLst>
            </p:cNvPr>
            <p:cNvSpPr/>
            <p:nvPr/>
          </p:nvSpPr>
          <p:spPr>
            <a:xfrm>
              <a:off x="4407408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18" name="Text 20">
              <a:extLst>
                <a:ext uri="{FF2B5EF4-FFF2-40B4-BE49-F238E27FC236}">
                  <a16:creationId xmlns:a16="http://schemas.microsoft.com/office/drawing/2014/main" id="{11A624E4-4AEB-39B9-FD27-9564B281C105}"/>
                </a:ext>
              </a:extLst>
            </p:cNvPr>
            <p:cNvSpPr/>
            <p:nvPr/>
          </p:nvSpPr>
          <p:spPr>
            <a:xfrm>
              <a:off x="4407408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2</a:t>
              </a:r>
              <a:endParaRPr lang="en-US" dirty="0">
                <a:latin typeface="+mn-ea"/>
              </a:endParaRPr>
            </a:p>
          </p:txBody>
        </p:sp>
        <p:sp>
          <p:nvSpPr>
            <p:cNvPr id="19" name="Shape 21">
              <a:extLst>
                <a:ext uri="{FF2B5EF4-FFF2-40B4-BE49-F238E27FC236}">
                  <a16:creationId xmlns:a16="http://schemas.microsoft.com/office/drawing/2014/main" id="{987BDA3B-9993-F338-2018-06BBA58CC4CE}"/>
                </a:ext>
              </a:extLst>
            </p:cNvPr>
            <p:cNvSpPr/>
            <p:nvPr/>
          </p:nvSpPr>
          <p:spPr>
            <a:xfrm>
              <a:off x="4974336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20" name="Text 22">
              <a:extLst>
                <a:ext uri="{FF2B5EF4-FFF2-40B4-BE49-F238E27FC236}">
                  <a16:creationId xmlns:a16="http://schemas.microsoft.com/office/drawing/2014/main" id="{ACF98033-C0ED-1BF1-C92E-806F1098BB1B}"/>
                </a:ext>
              </a:extLst>
            </p:cNvPr>
            <p:cNvSpPr/>
            <p:nvPr/>
          </p:nvSpPr>
          <p:spPr>
            <a:xfrm>
              <a:off x="4974336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1</a:t>
              </a:r>
              <a:endParaRPr lang="en-US" dirty="0">
                <a:latin typeface="+mn-ea"/>
              </a:endParaRPr>
            </a:p>
          </p:txBody>
        </p:sp>
        <p:sp>
          <p:nvSpPr>
            <p:cNvPr id="21" name="Shape 23">
              <a:extLst>
                <a:ext uri="{FF2B5EF4-FFF2-40B4-BE49-F238E27FC236}">
                  <a16:creationId xmlns:a16="http://schemas.microsoft.com/office/drawing/2014/main" id="{9AC5AD44-9F4B-7A50-F2D3-4E38C7800875}"/>
                </a:ext>
              </a:extLst>
            </p:cNvPr>
            <p:cNvSpPr/>
            <p:nvPr/>
          </p:nvSpPr>
          <p:spPr>
            <a:xfrm>
              <a:off x="5541264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22" name="Text 24">
              <a:extLst>
                <a:ext uri="{FF2B5EF4-FFF2-40B4-BE49-F238E27FC236}">
                  <a16:creationId xmlns:a16="http://schemas.microsoft.com/office/drawing/2014/main" id="{87419D83-175A-F6DD-AE48-320319310AD6}"/>
                </a:ext>
              </a:extLst>
            </p:cNvPr>
            <p:cNvSpPr/>
            <p:nvPr/>
          </p:nvSpPr>
          <p:spPr>
            <a:xfrm>
              <a:off x="5541264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3</a:t>
              </a:r>
              <a:endParaRPr lang="en-US" dirty="0">
                <a:latin typeface="+mn-ea"/>
              </a:endParaRPr>
            </a:p>
          </p:txBody>
        </p:sp>
        <p:sp>
          <p:nvSpPr>
            <p:cNvPr id="23" name="Shape 25">
              <a:extLst>
                <a:ext uri="{FF2B5EF4-FFF2-40B4-BE49-F238E27FC236}">
                  <a16:creationId xmlns:a16="http://schemas.microsoft.com/office/drawing/2014/main" id="{45C9AE21-2DD9-81B0-A4DA-701DF3604ED6}"/>
                </a:ext>
              </a:extLst>
            </p:cNvPr>
            <p:cNvSpPr/>
            <p:nvPr/>
          </p:nvSpPr>
          <p:spPr>
            <a:xfrm>
              <a:off x="6108192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24" name="Text 26">
              <a:extLst>
                <a:ext uri="{FF2B5EF4-FFF2-40B4-BE49-F238E27FC236}">
                  <a16:creationId xmlns:a16="http://schemas.microsoft.com/office/drawing/2014/main" id="{8CD4FFD0-80DA-4CEF-F26C-6987EC6D2C14}"/>
                </a:ext>
              </a:extLst>
            </p:cNvPr>
            <p:cNvSpPr/>
            <p:nvPr/>
          </p:nvSpPr>
          <p:spPr>
            <a:xfrm>
              <a:off x="6108192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latin typeface="+mn-ea"/>
                </a:rPr>
                <a:t>1</a:t>
              </a:r>
            </a:p>
          </p:txBody>
        </p:sp>
        <p:sp>
          <p:nvSpPr>
            <p:cNvPr id="25" name="Shape 27">
              <a:extLst>
                <a:ext uri="{FF2B5EF4-FFF2-40B4-BE49-F238E27FC236}">
                  <a16:creationId xmlns:a16="http://schemas.microsoft.com/office/drawing/2014/main" id="{7A25068E-E739-E5D2-FA9C-7981E2E13DDC}"/>
                </a:ext>
              </a:extLst>
            </p:cNvPr>
            <p:cNvSpPr/>
            <p:nvPr/>
          </p:nvSpPr>
          <p:spPr>
            <a:xfrm>
              <a:off x="6675120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26" name="Text 28">
              <a:extLst>
                <a:ext uri="{FF2B5EF4-FFF2-40B4-BE49-F238E27FC236}">
                  <a16:creationId xmlns:a16="http://schemas.microsoft.com/office/drawing/2014/main" id="{F2C4AE84-CC58-72E3-96B5-8AC964F3190B}"/>
                </a:ext>
              </a:extLst>
            </p:cNvPr>
            <p:cNvSpPr/>
            <p:nvPr/>
          </p:nvSpPr>
          <p:spPr>
            <a:xfrm>
              <a:off x="6675120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5</a:t>
              </a:r>
              <a:endParaRPr lang="en-US" dirty="0">
                <a:latin typeface="+mn-ea"/>
              </a:endParaRPr>
            </a:p>
          </p:txBody>
        </p:sp>
        <p:sp>
          <p:nvSpPr>
            <p:cNvPr id="27" name="Shape 29">
              <a:extLst>
                <a:ext uri="{FF2B5EF4-FFF2-40B4-BE49-F238E27FC236}">
                  <a16:creationId xmlns:a16="http://schemas.microsoft.com/office/drawing/2014/main" id="{B47FE0F1-B643-87DF-B1FB-11EDC4D2CDDA}"/>
                </a:ext>
              </a:extLst>
            </p:cNvPr>
            <p:cNvSpPr/>
            <p:nvPr/>
          </p:nvSpPr>
          <p:spPr>
            <a:xfrm>
              <a:off x="7242048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28" name="Text 30">
              <a:extLst>
                <a:ext uri="{FF2B5EF4-FFF2-40B4-BE49-F238E27FC236}">
                  <a16:creationId xmlns:a16="http://schemas.microsoft.com/office/drawing/2014/main" id="{1B03A88C-0386-825B-790C-4140F430320B}"/>
                </a:ext>
              </a:extLst>
            </p:cNvPr>
            <p:cNvSpPr/>
            <p:nvPr/>
          </p:nvSpPr>
          <p:spPr>
            <a:xfrm>
              <a:off x="7242048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7</a:t>
              </a:r>
              <a:endParaRPr lang="en-US" dirty="0">
                <a:latin typeface="+mn-ea"/>
              </a:endParaRPr>
            </a:p>
          </p:txBody>
        </p:sp>
        <p:sp>
          <p:nvSpPr>
            <p:cNvPr id="29" name="Shape 31">
              <a:extLst>
                <a:ext uri="{FF2B5EF4-FFF2-40B4-BE49-F238E27FC236}">
                  <a16:creationId xmlns:a16="http://schemas.microsoft.com/office/drawing/2014/main" id="{C1341B80-DD12-4DD5-59BC-04BAD0D42C59}"/>
                </a:ext>
              </a:extLst>
            </p:cNvPr>
            <p:cNvSpPr/>
            <p:nvPr/>
          </p:nvSpPr>
          <p:spPr>
            <a:xfrm>
              <a:off x="7808976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30" name="Text 32">
              <a:extLst>
                <a:ext uri="{FF2B5EF4-FFF2-40B4-BE49-F238E27FC236}">
                  <a16:creationId xmlns:a16="http://schemas.microsoft.com/office/drawing/2014/main" id="{DD17E10F-727E-EA15-AE01-EA6963A9FD43}"/>
                </a:ext>
              </a:extLst>
            </p:cNvPr>
            <p:cNvSpPr/>
            <p:nvPr/>
          </p:nvSpPr>
          <p:spPr>
            <a:xfrm>
              <a:off x="7808976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5</a:t>
              </a:r>
              <a:endParaRPr lang="en-US" dirty="0">
                <a:latin typeface="+mn-ea"/>
              </a:endParaRPr>
            </a:p>
          </p:txBody>
        </p:sp>
        <p:sp>
          <p:nvSpPr>
            <p:cNvPr id="31" name="Shape 33">
              <a:extLst>
                <a:ext uri="{FF2B5EF4-FFF2-40B4-BE49-F238E27FC236}">
                  <a16:creationId xmlns:a16="http://schemas.microsoft.com/office/drawing/2014/main" id="{AC62D826-4D09-9E30-A737-EC5D9FE940A8}"/>
                </a:ext>
              </a:extLst>
            </p:cNvPr>
            <p:cNvSpPr/>
            <p:nvPr/>
          </p:nvSpPr>
          <p:spPr>
            <a:xfrm>
              <a:off x="8375904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32" name="Text 34">
              <a:extLst>
                <a:ext uri="{FF2B5EF4-FFF2-40B4-BE49-F238E27FC236}">
                  <a16:creationId xmlns:a16="http://schemas.microsoft.com/office/drawing/2014/main" id="{017A97F0-724E-ADAF-AB9D-94137534EAF9}"/>
                </a:ext>
              </a:extLst>
            </p:cNvPr>
            <p:cNvSpPr/>
            <p:nvPr/>
          </p:nvSpPr>
          <p:spPr>
            <a:xfrm>
              <a:off x="8375904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3</a:t>
              </a:r>
              <a:endParaRPr lang="en-US" dirty="0">
                <a:latin typeface="+mn-ea"/>
              </a:endParaRPr>
            </a:p>
          </p:txBody>
        </p:sp>
        <p:sp>
          <p:nvSpPr>
            <p:cNvPr id="33" name="Shape 35">
              <a:extLst>
                <a:ext uri="{FF2B5EF4-FFF2-40B4-BE49-F238E27FC236}">
                  <a16:creationId xmlns:a16="http://schemas.microsoft.com/office/drawing/2014/main" id="{7F449A8A-E02C-C96D-A08E-48E6F9C9E282}"/>
                </a:ext>
              </a:extLst>
            </p:cNvPr>
            <p:cNvSpPr/>
            <p:nvPr/>
          </p:nvSpPr>
          <p:spPr>
            <a:xfrm>
              <a:off x="8942832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34" name="Text 36">
              <a:extLst>
                <a:ext uri="{FF2B5EF4-FFF2-40B4-BE49-F238E27FC236}">
                  <a16:creationId xmlns:a16="http://schemas.microsoft.com/office/drawing/2014/main" id="{11C1A912-189F-6982-B78D-560ECDA3812C}"/>
                </a:ext>
              </a:extLst>
            </p:cNvPr>
            <p:cNvSpPr/>
            <p:nvPr/>
          </p:nvSpPr>
          <p:spPr>
            <a:xfrm>
              <a:off x="8942832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latin typeface="+mn-ea"/>
                </a:rPr>
                <a:t>3</a:t>
              </a:r>
            </a:p>
          </p:txBody>
        </p:sp>
        <p:sp>
          <p:nvSpPr>
            <p:cNvPr id="35" name="Shape 37">
              <a:extLst>
                <a:ext uri="{FF2B5EF4-FFF2-40B4-BE49-F238E27FC236}">
                  <a16:creationId xmlns:a16="http://schemas.microsoft.com/office/drawing/2014/main" id="{AA171EFF-88C3-3CE1-BC74-5784B587BE31}"/>
                </a:ext>
              </a:extLst>
            </p:cNvPr>
            <p:cNvSpPr/>
            <p:nvPr/>
          </p:nvSpPr>
          <p:spPr>
            <a:xfrm>
              <a:off x="9509760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36" name="Text 38">
              <a:extLst>
                <a:ext uri="{FF2B5EF4-FFF2-40B4-BE49-F238E27FC236}">
                  <a16:creationId xmlns:a16="http://schemas.microsoft.com/office/drawing/2014/main" id="{EE1EE406-ADDF-01C5-1304-61A8D3852D5E}"/>
                </a:ext>
              </a:extLst>
            </p:cNvPr>
            <p:cNvSpPr/>
            <p:nvPr/>
          </p:nvSpPr>
          <p:spPr>
            <a:xfrm>
              <a:off x="9509760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7</a:t>
              </a:r>
              <a:endParaRPr lang="en-US" dirty="0">
                <a:latin typeface="+mn-ea"/>
              </a:endParaRPr>
            </a:p>
          </p:txBody>
        </p:sp>
      </p:grpSp>
      <p:sp>
        <p:nvSpPr>
          <p:cNvPr id="38" name="Shape 7">
            <a:extLst>
              <a:ext uri="{FF2B5EF4-FFF2-40B4-BE49-F238E27FC236}">
                <a16:creationId xmlns:a16="http://schemas.microsoft.com/office/drawing/2014/main" id="{9D57B558-58AE-D9B9-0225-2F45B03C301A}"/>
              </a:ext>
            </a:extLst>
          </p:cNvPr>
          <p:cNvSpPr/>
          <p:nvPr/>
        </p:nvSpPr>
        <p:spPr>
          <a:xfrm>
            <a:off x="838200" y="4251312"/>
            <a:ext cx="607686" cy="489494"/>
          </a:xfrm>
          <a:prstGeom prst="rect">
            <a:avLst/>
          </a:prstGeom>
          <a:solidFill>
            <a:srgbClr val="EE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314716DF-96A0-0781-19AD-54512CFFBE73}"/>
              </a:ext>
            </a:extLst>
          </p:cNvPr>
          <p:cNvSpPr/>
          <p:nvPr/>
        </p:nvSpPr>
        <p:spPr>
          <a:xfrm>
            <a:off x="838200" y="4251312"/>
            <a:ext cx="607686" cy="489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00000"/>
                </a:solidFill>
                <a:latin typeface="+mn-ea"/>
              </a:rPr>
              <a:t>19</a:t>
            </a:r>
          </a:p>
        </p:txBody>
      </p:sp>
      <p:sp>
        <p:nvSpPr>
          <p:cNvPr id="40" name="Shape 9">
            <a:extLst>
              <a:ext uri="{FF2B5EF4-FFF2-40B4-BE49-F238E27FC236}">
                <a16:creationId xmlns:a16="http://schemas.microsoft.com/office/drawing/2014/main" id="{33605A5B-93D6-D293-E7C6-5902C10ACB8F}"/>
              </a:ext>
            </a:extLst>
          </p:cNvPr>
          <p:cNvSpPr/>
          <p:nvPr/>
        </p:nvSpPr>
        <p:spPr>
          <a:xfrm>
            <a:off x="1498728" y="4251312"/>
            <a:ext cx="607686" cy="489494"/>
          </a:xfrm>
          <a:prstGeom prst="rect">
            <a:avLst/>
          </a:prstGeom>
          <a:solidFill>
            <a:srgbClr val="EE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F0FAB2A8-1D27-CF59-0192-C2586DE1BA3F}"/>
              </a:ext>
            </a:extLst>
          </p:cNvPr>
          <p:cNvSpPr/>
          <p:nvPr/>
        </p:nvSpPr>
        <p:spPr>
          <a:xfrm>
            <a:off x="1498728" y="4251312"/>
            <a:ext cx="607686" cy="489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00000"/>
                </a:solidFill>
                <a:latin typeface="+mn-ea"/>
              </a:rPr>
              <a:t>13</a:t>
            </a:r>
          </a:p>
        </p:txBody>
      </p:sp>
      <p:sp>
        <p:nvSpPr>
          <p:cNvPr id="42" name="Shape 11">
            <a:extLst>
              <a:ext uri="{FF2B5EF4-FFF2-40B4-BE49-F238E27FC236}">
                <a16:creationId xmlns:a16="http://schemas.microsoft.com/office/drawing/2014/main" id="{16AB2B75-946E-F813-2AED-9EF343D4CE2C}"/>
              </a:ext>
            </a:extLst>
          </p:cNvPr>
          <p:cNvSpPr/>
          <p:nvPr/>
        </p:nvSpPr>
        <p:spPr>
          <a:xfrm>
            <a:off x="2159255" y="4251312"/>
            <a:ext cx="607686" cy="489494"/>
          </a:xfrm>
          <a:prstGeom prst="rect">
            <a:avLst/>
          </a:prstGeom>
          <a:solidFill>
            <a:srgbClr val="EE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1DF55B8C-6597-AE9E-3D30-593146F022A6}"/>
              </a:ext>
            </a:extLst>
          </p:cNvPr>
          <p:cNvSpPr/>
          <p:nvPr/>
        </p:nvSpPr>
        <p:spPr>
          <a:xfrm>
            <a:off x="2159255" y="4251312"/>
            <a:ext cx="607686" cy="489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00000"/>
                </a:solidFill>
                <a:latin typeface="+mn-ea"/>
              </a:rPr>
              <a:t>16</a:t>
            </a:r>
          </a:p>
        </p:txBody>
      </p:sp>
      <p:sp>
        <p:nvSpPr>
          <p:cNvPr id="44" name="Shape 13">
            <a:extLst>
              <a:ext uri="{FF2B5EF4-FFF2-40B4-BE49-F238E27FC236}">
                <a16:creationId xmlns:a16="http://schemas.microsoft.com/office/drawing/2014/main" id="{D529814A-E47C-DF88-5262-64B66D0BE43A}"/>
              </a:ext>
            </a:extLst>
          </p:cNvPr>
          <p:cNvSpPr/>
          <p:nvPr/>
        </p:nvSpPr>
        <p:spPr>
          <a:xfrm>
            <a:off x="2819783" y="4251312"/>
            <a:ext cx="607686" cy="489494"/>
          </a:xfrm>
          <a:prstGeom prst="rect">
            <a:avLst/>
          </a:prstGeom>
          <a:solidFill>
            <a:srgbClr val="EE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776D34C5-5B63-D341-C35B-E1B46F1005A8}"/>
              </a:ext>
            </a:extLst>
          </p:cNvPr>
          <p:cNvSpPr/>
          <p:nvPr/>
        </p:nvSpPr>
        <p:spPr>
          <a:xfrm>
            <a:off x="2819783" y="4251312"/>
            <a:ext cx="607686" cy="489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00000"/>
                </a:solidFill>
                <a:latin typeface="+mn-ea"/>
              </a:rPr>
              <a:t>18</a:t>
            </a:r>
          </a:p>
        </p:txBody>
      </p:sp>
      <p:sp>
        <p:nvSpPr>
          <p:cNvPr id="54" name="Shape 23">
            <a:extLst>
              <a:ext uri="{FF2B5EF4-FFF2-40B4-BE49-F238E27FC236}">
                <a16:creationId xmlns:a16="http://schemas.microsoft.com/office/drawing/2014/main" id="{13FD59A8-8295-F24A-3FA0-0764A66E8AE2}"/>
              </a:ext>
            </a:extLst>
          </p:cNvPr>
          <p:cNvSpPr/>
          <p:nvPr/>
        </p:nvSpPr>
        <p:spPr>
          <a:xfrm>
            <a:off x="4222780" y="4251312"/>
            <a:ext cx="607686" cy="489494"/>
          </a:xfrm>
          <a:prstGeom prst="rect">
            <a:avLst/>
          </a:prstGeom>
          <a:solidFill>
            <a:srgbClr val="EE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55" name="Text 24">
            <a:extLst>
              <a:ext uri="{FF2B5EF4-FFF2-40B4-BE49-F238E27FC236}">
                <a16:creationId xmlns:a16="http://schemas.microsoft.com/office/drawing/2014/main" id="{021AE640-1126-44C4-8C95-F2CC7C1337EC}"/>
              </a:ext>
            </a:extLst>
          </p:cNvPr>
          <p:cNvSpPr/>
          <p:nvPr/>
        </p:nvSpPr>
        <p:spPr>
          <a:xfrm>
            <a:off x="4222780" y="4251312"/>
            <a:ext cx="607686" cy="489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00000"/>
                </a:solidFill>
                <a:latin typeface="+mn-ea"/>
                <a:cs typeface="Consolas" pitchFamily="34" charset="-120"/>
              </a:rPr>
              <a:t>19</a:t>
            </a:r>
            <a:endParaRPr lang="en-US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56" name="Shape 25">
            <a:extLst>
              <a:ext uri="{FF2B5EF4-FFF2-40B4-BE49-F238E27FC236}">
                <a16:creationId xmlns:a16="http://schemas.microsoft.com/office/drawing/2014/main" id="{FB24CD47-EA92-BF4E-3CD5-3209ED1E3354}"/>
              </a:ext>
            </a:extLst>
          </p:cNvPr>
          <p:cNvSpPr/>
          <p:nvPr/>
        </p:nvSpPr>
        <p:spPr>
          <a:xfrm>
            <a:off x="4883308" y="4251312"/>
            <a:ext cx="607686" cy="489494"/>
          </a:xfrm>
          <a:prstGeom prst="rect">
            <a:avLst/>
          </a:prstGeom>
          <a:solidFill>
            <a:srgbClr val="EE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57" name="Text 26">
            <a:extLst>
              <a:ext uri="{FF2B5EF4-FFF2-40B4-BE49-F238E27FC236}">
                <a16:creationId xmlns:a16="http://schemas.microsoft.com/office/drawing/2014/main" id="{05D30A54-1C44-2F8A-9593-5F74DDC85340}"/>
              </a:ext>
            </a:extLst>
          </p:cNvPr>
          <p:cNvSpPr/>
          <p:nvPr/>
        </p:nvSpPr>
        <p:spPr>
          <a:xfrm>
            <a:off x="4883308" y="4251312"/>
            <a:ext cx="607686" cy="489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B050"/>
                </a:solidFill>
                <a:latin typeface="+mn-ea"/>
              </a:rPr>
              <a:t>32</a:t>
            </a:r>
          </a:p>
        </p:txBody>
      </p:sp>
      <p:sp>
        <p:nvSpPr>
          <p:cNvPr id="58" name="Shape 27">
            <a:extLst>
              <a:ext uri="{FF2B5EF4-FFF2-40B4-BE49-F238E27FC236}">
                <a16:creationId xmlns:a16="http://schemas.microsoft.com/office/drawing/2014/main" id="{2AC69547-FF80-E7C6-A819-683B413F9164}"/>
              </a:ext>
            </a:extLst>
          </p:cNvPr>
          <p:cNvSpPr/>
          <p:nvPr/>
        </p:nvSpPr>
        <p:spPr>
          <a:xfrm>
            <a:off x="5543835" y="4251312"/>
            <a:ext cx="607686" cy="489494"/>
          </a:xfrm>
          <a:prstGeom prst="rect">
            <a:avLst/>
          </a:prstGeom>
          <a:solidFill>
            <a:srgbClr val="EE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59" name="Text 28">
            <a:extLst>
              <a:ext uri="{FF2B5EF4-FFF2-40B4-BE49-F238E27FC236}">
                <a16:creationId xmlns:a16="http://schemas.microsoft.com/office/drawing/2014/main" id="{6FF98AA6-8D0D-2DA0-C5AC-8B3A66687BB8}"/>
              </a:ext>
            </a:extLst>
          </p:cNvPr>
          <p:cNvSpPr/>
          <p:nvPr/>
        </p:nvSpPr>
        <p:spPr>
          <a:xfrm>
            <a:off x="5543835" y="4251312"/>
            <a:ext cx="607686" cy="489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70C0"/>
                </a:solidFill>
                <a:latin typeface="+mn-ea"/>
                <a:cs typeface="Consolas" pitchFamily="34" charset="-120"/>
              </a:rPr>
              <a:t>48</a:t>
            </a:r>
            <a:endParaRPr lang="en-US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60" name="Shape 29">
            <a:extLst>
              <a:ext uri="{FF2B5EF4-FFF2-40B4-BE49-F238E27FC236}">
                <a16:creationId xmlns:a16="http://schemas.microsoft.com/office/drawing/2014/main" id="{35D09133-03A9-FDAA-C901-638BCDABD54F}"/>
              </a:ext>
            </a:extLst>
          </p:cNvPr>
          <p:cNvSpPr/>
          <p:nvPr/>
        </p:nvSpPr>
        <p:spPr>
          <a:xfrm>
            <a:off x="6204363" y="4251312"/>
            <a:ext cx="607686" cy="489494"/>
          </a:xfrm>
          <a:prstGeom prst="rect">
            <a:avLst/>
          </a:prstGeom>
          <a:solidFill>
            <a:srgbClr val="EE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61" name="Text 30">
            <a:extLst>
              <a:ext uri="{FF2B5EF4-FFF2-40B4-BE49-F238E27FC236}">
                <a16:creationId xmlns:a16="http://schemas.microsoft.com/office/drawing/2014/main" id="{03FB5C37-EEF1-8287-59A2-D65D28FE9A79}"/>
              </a:ext>
            </a:extLst>
          </p:cNvPr>
          <p:cNvSpPr/>
          <p:nvPr/>
        </p:nvSpPr>
        <p:spPr>
          <a:xfrm>
            <a:off x="6204363" y="4251312"/>
            <a:ext cx="607686" cy="4894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latin typeface="+mn-ea"/>
                <a:cs typeface="Consolas" pitchFamily="34" charset="-120"/>
              </a:rPr>
              <a:t>66</a:t>
            </a:r>
            <a:endParaRPr lang="en-US" dirty="0">
              <a:latin typeface="+mn-ea"/>
            </a:endParaRPr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B4ACE473-0C52-A6DC-3BFC-D863DD3A78E5}"/>
              </a:ext>
            </a:extLst>
          </p:cNvPr>
          <p:cNvGrpSpPr/>
          <p:nvPr/>
        </p:nvGrpSpPr>
        <p:grpSpPr>
          <a:xfrm>
            <a:off x="838200" y="3184253"/>
            <a:ext cx="10515600" cy="489494"/>
            <a:chOff x="1005840" y="1234440"/>
            <a:chExt cx="9025494" cy="384048"/>
          </a:xfrm>
        </p:grpSpPr>
        <p:sp>
          <p:nvSpPr>
            <p:cNvPr id="71" name="Shape 7">
              <a:extLst>
                <a:ext uri="{FF2B5EF4-FFF2-40B4-BE49-F238E27FC236}">
                  <a16:creationId xmlns:a16="http://schemas.microsoft.com/office/drawing/2014/main" id="{15E3840E-79F7-7BCE-271F-6E9CCC705502}"/>
                </a:ext>
              </a:extLst>
            </p:cNvPr>
            <p:cNvSpPr/>
            <p:nvPr/>
          </p:nvSpPr>
          <p:spPr>
            <a:xfrm>
              <a:off x="1005840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72" name="Text 8">
              <a:extLst>
                <a:ext uri="{FF2B5EF4-FFF2-40B4-BE49-F238E27FC236}">
                  <a16:creationId xmlns:a16="http://schemas.microsoft.com/office/drawing/2014/main" id="{614A4937-A528-08B1-DCDD-48D7F0897847}"/>
                </a:ext>
              </a:extLst>
            </p:cNvPr>
            <p:cNvSpPr/>
            <p:nvPr/>
          </p:nvSpPr>
          <p:spPr>
            <a:xfrm>
              <a:off x="1005840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3</a:t>
              </a:r>
              <a:endParaRPr lang="en-US" dirty="0">
                <a:latin typeface="+mn-ea"/>
              </a:endParaRPr>
            </a:p>
          </p:txBody>
        </p:sp>
        <p:sp>
          <p:nvSpPr>
            <p:cNvPr id="73" name="Shape 9">
              <a:extLst>
                <a:ext uri="{FF2B5EF4-FFF2-40B4-BE49-F238E27FC236}">
                  <a16:creationId xmlns:a16="http://schemas.microsoft.com/office/drawing/2014/main" id="{C676831F-3770-F3DA-A28A-AD83192F355A}"/>
                </a:ext>
              </a:extLst>
            </p:cNvPr>
            <p:cNvSpPr/>
            <p:nvPr/>
          </p:nvSpPr>
          <p:spPr>
            <a:xfrm>
              <a:off x="1572768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74" name="Text 10">
              <a:extLst>
                <a:ext uri="{FF2B5EF4-FFF2-40B4-BE49-F238E27FC236}">
                  <a16:creationId xmlns:a16="http://schemas.microsoft.com/office/drawing/2014/main" id="{51577CB4-929E-698C-2603-638DDAAE1671}"/>
                </a:ext>
              </a:extLst>
            </p:cNvPr>
            <p:cNvSpPr/>
            <p:nvPr/>
          </p:nvSpPr>
          <p:spPr>
            <a:xfrm>
              <a:off x="1572768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E3A5F"/>
                  </a:solidFill>
                  <a:latin typeface="+mn-ea"/>
                </a:rPr>
                <a:t>7</a:t>
              </a:r>
              <a:endParaRPr lang="en-US" dirty="0">
                <a:latin typeface="+mn-ea"/>
              </a:endParaRPr>
            </a:p>
          </p:txBody>
        </p:sp>
        <p:sp>
          <p:nvSpPr>
            <p:cNvPr id="75" name="Shape 11">
              <a:extLst>
                <a:ext uri="{FF2B5EF4-FFF2-40B4-BE49-F238E27FC236}">
                  <a16:creationId xmlns:a16="http://schemas.microsoft.com/office/drawing/2014/main" id="{D5587333-B9B6-BE84-C87F-1BDF983CE5AE}"/>
                </a:ext>
              </a:extLst>
            </p:cNvPr>
            <p:cNvSpPr/>
            <p:nvPr/>
          </p:nvSpPr>
          <p:spPr>
            <a:xfrm>
              <a:off x="2139696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76" name="Text 12">
              <a:extLst>
                <a:ext uri="{FF2B5EF4-FFF2-40B4-BE49-F238E27FC236}">
                  <a16:creationId xmlns:a16="http://schemas.microsoft.com/office/drawing/2014/main" id="{6C8FBAF0-E8BB-934C-8E36-4D77EFD9907C}"/>
                </a:ext>
              </a:extLst>
            </p:cNvPr>
            <p:cNvSpPr/>
            <p:nvPr/>
          </p:nvSpPr>
          <p:spPr>
            <a:xfrm>
              <a:off x="2139696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E3A5F"/>
                  </a:solidFill>
                  <a:latin typeface="+mn-ea"/>
                </a:rPr>
                <a:t>12</a:t>
              </a:r>
              <a:endParaRPr lang="en-US" dirty="0">
                <a:latin typeface="+mn-ea"/>
              </a:endParaRPr>
            </a:p>
          </p:txBody>
        </p:sp>
        <p:sp>
          <p:nvSpPr>
            <p:cNvPr id="77" name="Shape 13">
              <a:extLst>
                <a:ext uri="{FF2B5EF4-FFF2-40B4-BE49-F238E27FC236}">
                  <a16:creationId xmlns:a16="http://schemas.microsoft.com/office/drawing/2014/main" id="{C872AFD9-3816-34B8-351B-BCF13B582D94}"/>
                </a:ext>
              </a:extLst>
            </p:cNvPr>
            <p:cNvSpPr/>
            <p:nvPr/>
          </p:nvSpPr>
          <p:spPr>
            <a:xfrm>
              <a:off x="2706624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78" name="Text 14">
              <a:extLst>
                <a:ext uri="{FF2B5EF4-FFF2-40B4-BE49-F238E27FC236}">
                  <a16:creationId xmlns:a16="http://schemas.microsoft.com/office/drawing/2014/main" id="{199C8405-BC4C-E555-87DB-8BF213239665}"/>
                </a:ext>
              </a:extLst>
            </p:cNvPr>
            <p:cNvSpPr/>
            <p:nvPr/>
          </p:nvSpPr>
          <p:spPr>
            <a:xfrm>
              <a:off x="2706624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C00000"/>
                  </a:solidFill>
                  <a:latin typeface="+mn-ea"/>
                </a:rPr>
                <a:t>19</a:t>
              </a:r>
            </a:p>
          </p:txBody>
        </p:sp>
        <p:sp>
          <p:nvSpPr>
            <p:cNvPr id="79" name="Shape 15">
              <a:extLst>
                <a:ext uri="{FF2B5EF4-FFF2-40B4-BE49-F238E27FC236}">
                  <a16:creationId xmlns:a16="http://schemas.microsoft.com/office/drawing/2014/main" id="{2BA80173-1D73-C1BC-4CDF-6BCF80918406}"/>
                </a:ext>
              </a:extLst>
            </p:cNvPr>
            <p:cNvSpPr/>
            <p:nvPr/>
          </p:nvSpPr>
          <p:spPr>
            <a:xfrm>
              <a:off x="3273552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80" name="Text 16">
              <a:extLst>
                <a:ext uri="{FF2B5EF4-FFF2-40B4-BE49-F238E27FC236}">
                  <a16:creationId xmlns:a16="http://schemas.microsoft.com/office/drawing/2014/main" id="{47024596-909F-5B35-4DB0-220BDDB7B27E}"/>
                </a:ext>
              </a:extLst>
            </p:cNvPr>
            <p:cNvSpPr/>
            <p:nvPr/>
          </p:nvSpPr>
          <p:spPr>
            <a:xfrm>
              <a:off x="3273552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9</a:t>
              </a:r>
              <a:endParaRPr lang="en-US" dirty="0">
                <a:latin typeface="+mn-ea"/>
              </a:endParaRPr>
            </a:p>
          </p:txBody>
        </p:sp>
        <p:sp>
          <p:nvSpPr>
            <p:cNvPr id="81" name="Shape 17">
              <a:extLst>
                <a:ext uri="{FF2B5EF4-FFF2-40B4-BE49-F238E27FC236}">
                  <a16:creationId xmlns:a16="http://schemas.microsoft.com/office/drawing/2014/main" id="{8A8B520A-8505-1864-44F0-7D46E3C3D873}"/>
                </a:ext>
              </a:extLst>
            </p:cNvPr>
            <p:cNvSpPr/>
            <p:nvPr/>
          </p:nvSpPr>
          <p:spPr>
            <a:xfrm>
              <a:off x="3840480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82" name="Text 18">
              <a:extLst>
                <a:ext uri="{FF2B5EF4-FFF2-40B4-BE49-F238E27FC236}">
                  <a16:creationId xmlns:a16="http://schemas.microsoft.com/office/drawing/2014/main" id="{072D9B18-03FA-9D98-9720-A50E1FC366B6}"/>
                </a:ext>
              </a:extLst>
            </p:cNvPr>
            <p:cNvSpPr/>
            <p:nvPr/>
          </p:nvSpPr>
          <p:spPr>
            <a:xfrm>
              <a:off x="3840480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10</a:t>
              </a:r>
              <a:endParaRPr lang="en-US" dirty="0">
                <a:latin typeface="+mn-ea"/>
              </a:endParaRPr>
            </a:p>
          </p:txBody>
        </p:sp>
        <p:sp>
          <p:nvSpPr>
            <p:cNvPr id="83" name="Shape 19">
              <a:extLst>
                <a:ext uri="{FF2B5EF4-FFF2-40B4-BE49-F238E27FC236}">
                  <a16:creationId xmlns:a16="http://schemas.microsoft.com/office/drawing/2014/main" id="{536474FF-5F54-529B-34DA-5190E8245842}"/>
                </a:ext>
              </a:extLst>
            </p:cNvPr>
            <p:cNvSpPr/>
            <p:nvPr/>
          </p:nvSpPr>
          <p:spPr>
            <a:xfrm>
              <a:off x="4407408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84" name="Text 20">
              <a:extLst>
                <a:ext uri="{FF2B5EF4-FFF2-40B4-BE49-F238E27FC236}">
                  <a16:creationId xmlns:a16="http://schemas.microsoft.com/office/drawing/2014/main" id="{2BA03DBA-E691-9842-08CC-6DC8D3649B75}"/>
                </a:ext>
              </a:extLst>
            </p:cNvPr>
            <p:cNvSpPr/>
            <p:nvPr/>
          </p:nvSpPr>
          <p:spPr>
            <a:xfrm>
              <a:off x="4407408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12</a:t>
              </a:r>
              <a:endParaRPr lang="en-US" dirty="0">
                <a:latin typeface="+mn-ea"/>
              </a:endParaRPr>
            </a:p>
          </p:txBody>
        </p:sp>
        <p:sp>
          <p:nvSpPr>
            <p:cNvPr id="85" name="Shape 21">
              <a:extLst>
                <a:ext uri="{FF2B5EF4-FFF2-40B4-BE49-F238E27FC236}">
                  <a16:creationId xmlns:a16="http://schemas.microsoft.com/office/drawing/2014/main" id="{6C619DAD-95B2-07DC-DD7F-44A51EF8F930}"/>
                </a:ext>
              </a:extLst>
            </p:cNvPr>
            <p:cNvSpPr/>
            <p:nvPr/>
          </p:nvSpPr>
          <p:spPr>
            <a:xfrm>
              <a:off x="4974336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86" name="Text 22">
              <a:extLst>
                <a:ext uri="{FF2B5EF4-FFF2-40B4-BE49-F238E27FC236}">
                  <a16:creationId xmlns:a16="http://schemas.microsoft.com/office/drawing/2014/main" id="{2B73A38F-7BA5-1C09-46EC-9EC646B4DA03}"/>
                </a:ext>
              </a:extLst>
            </p:cNvPr>
            <p:cNvSpPr/>
            <p:nvPr/>
          </p:nvSpPr>
          <p:spPr>
            <a:xfrm>
              <a:off x="4974336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C00000"/>
                  </a:solidFill>
                  <a:latin typeface="+mn-ea"/>
                  <a:cs typeface="Consolas" pitchFamily="34" charset="-120"/>
                </a:rPr>
                <a:t>13</a:t>
              </a:r>
              <a:endParaRPr lang="en-US" dirty="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87" name="Shape 23">
              <a:extLst>
                <a:ext uri="{FF2B5EF4-FFF2-40B4-BE49-F238E27FC236}">
                  <a16:creationId xmlns:a16="http://schemas.microsoft.com/office/drawing/2014/main" id="{48811D03-1AFF-538F-9B6D-ABB5BBC9C6E6}"/>
                </a:ext>
              </a:extLst>
            </p:cNvPr>
            <p:cNvSpPr/>
            <p:nvPr/>
          </p:nvSpPr>
          <p:spPr>
            <a:xfrm>
              <a:off x="5541264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88" name="Text 24">
              <a:extLst>
                <a:ext uri="{FF2B5EF4-FFF2-40B4-BE49-F238E27FC236}">
                  <a16:creationId xmlns:a16="http://schemas.microsoft.com/office/drawing/2014/main" id="{E3890F0F-3C12-D5F9-7AF9-E0ED99014A80}"/>
                </a:ext>
              </a:extLst>
            </p:cNvPr>
            <p:cNvSpPr/>
            <p:nvPr/>
          </p:nvSpPr>
          <p:spPr>
            <a:xfrm>
              <a:off x="5541264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3</a:t>
              </a:r>
              <a:endParaRPr lang="en-US" dirty="0">
                <a:latin typeface="+mn-ea"/>
              </a:endParaRPr>
            </a:p>
          </p:txBody>
        </p:sp>
        <p:sp>
          <p:nvSpPr>
            <p:cNvPr id="89" name="Shape 25">
              <a:extLst>
                <a:ext uri="{FF2B5EF4-FFF2-40B4-BE49-F238E27FC236}">
                  <a16:creationId xmlns:a16="http://schemas.microsoft.com/office/drawing/2014/main" id="{E442F168-124B-FA21-4D42-45403AB84137}"/>
                </a:ext>
              </a:extLst>
            </p:cNvPr>
            <p:cNvSpPr/>
            <p:nvPr/>
          </p:nvSpPr>
          <p:spPr>
            <a:xfrm>
              <a:off x="6108192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90" name="Text 26">
              <a:extLst>
                <a:ext uri="{FF2B5EF4-FFF2-40B4-BE49-F238E27FC236}">
                  <a16:creationId xmlns:a16="http://schemas.microsoft.com/office/drawing/2014/main" id="{FEA19470-9384-041B-2E42-3D95EBE8F9D0}"/>
                </a:ext>
              </a:extLst>
            </p:cNvPr>
            <p:cNvSpPr/>
            <p:nvPr/>
          </p:nvSpPr>
          <p:spPr>
            <a:xfrm>
              <a:off x="6108192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latin typeface="+mn-ea"/>
                </a:rPr>
                <a:t>4</a:t>
              </a:r>
            </a:p>
          </p:txBody>
        </p:sp>
        <p:sp>
          <p:nvSpPr>
            <p:cNvPr id="91" name="Shape 27">
              <a:extLst>
                <a:ext uri="{FF2B5EF4-FFF2-40B4-BE49-F238E27FC236}">
                  <a16:creationId xmlns:a16="http://schemas.microsoft.com/office/drawing/2014/main" id="{80F753C6-12A4-D72D-95A8-5AC9EEDFB217}"/>
                </a:ext>
              </a:extLst>
            </p:cNvPr>
            <p:cNvSpPr/>
            <p:nvPr/>
          </p:nvSpPr>
          <p:spPr>
            <a:xfrm>
              <a:off x="6675120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92" name="Text 28">
              <a:extLst>
                <a:ext uri="{FF2B5EF4-FFF2-40B4-BE49-F238E27FC236}">
                  <a16:creationId xmlns:a16="http://schemas.microsoft.com/office/drawing/2014/main" id="{A39D8FFC-5CA4-0329-9AD2-01B38BF63A3D}"/>
                </a:ext>
              </a:extLst>
            </p:cNvPr>
            <p:cNvSpPr/>
            <p:nvPr/>
          </p:nvSpPr>
          <p:spPr>
            <a:xfrm>
              <a:off x="6675120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9</a:t>
              </a:r>
              <a:endParaRPr lang="en-US" dirty="0">
                <a:latin typeface="+mn-ea"/>
              </a:endParaRPr>
            </a:p>
          </p:txBody>
        </p:sp>
        <p:sp>
          <p:nvSpPr>
            <p:cNvPr id="93" name="Shape 29">
              <a:extLst>
                <a:ext uri="{FF2B5EF4-FFF2-40B4-BE49-F238E27FC236}">
                  <a16:creationId xmlns:a16="http://schemas.microsoft.com/office/drawing/2014/main" id="{A530E4B2-CF71-3598-3B0F-579F4B380DD8}"/>
                </a:ext>
              </a:extLst>
            </p:cNvPr>
            <p:cNvSpPr/>
            <p:nvPr/>
          </p:nvSpPr>
          <p:spPr>
            <a:xfrm>
              <a:off x="7242048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94" name="Text 30">
              <a:extLst>
                <a:ext uri="{FF2B5EF4-FFF2-40B4-BE49-F238E27FC236}">
                  <a16:creationId xmlns:a16="http://schemas.microsoft.com/office/drawing/2014/main" id="{25C8AE27-00D7-A5D1-C76B-9ACC67E899FD}"/>
                </a:ext>
              </a:extLst>
            </p:cNvPr>
            <p:cNvSpPr/>
            <p:nvPr/>
          </p:nvSpPr>
          <p:spPr>
            <a:xfrm>
              <a:off x="7242048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C00000"/>
                  </a:solidFill>
                  <a:latin typeface="+mn-ea"/>
                  <a:cs typeface="Consolas" pitchFamily="34" charset="-120"/>
                </a:rPr>
                <a:t>16</a:t>
              </a:r>
              <a:endParaRPr lang="en-US" dirty="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95" name="Shape 31">
              <a:extLst>
                <a:ext uri="{FF2B5EF4-FFF2-40B4-BE49-F238E27FC236}">
                  <a16:creationId xmlns:a16="http://schemas.microsoft.com/office/drawing/2014/main" id="{22BE9481-F092-035E-91A7-6FFE73E6699B}"/>
                </a:ext>
              </a:extLst>
            </p:cNvPr>
            <p:cNvSpPr/>
            <p:nvPr/>
          </p:nvSpPr>
          <p:spPr>
            <a:xfrm>
              <a:off x="7808976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96" name="Text 32">
              <a:extLst>
                <a:ext uri="{FF2B5EF4-FFF2-40B4-BE49-F238E27FC236}">
                  <a16:creationId xmlns:a16="http://schemas.microsoft.com/office/drawing/2014/main" id="{80F73105-4EEA-D60F-6063-B6E1A768E176}"/>
                </a:ext>
              </a:extLst>
            </p:cNvPr>
            <p:cNvSpPr/>
            <p:nvPr/>
          </p:nvSpPr>
          <p:spPr>
            <a:xfrm>
              <a:off x="7808976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5</a:t>
              </a:r>
              <a:endParaRPr lang="en-US" dirty="0">
                <a:latin typeface="+mn-ea"/>
              </a:endParaRPr>
            </a:p>
          </p:txBody>
        </p:sp>
        <p:sp>
          <p:nvSpPr>
            <p:cNvPr id="97" name="Shape 33">
              <a:extLst>
                <a:ext uri="{FF2B5EF4-FFF2-40B4-BE49-F238E27FC236}">
                  <a16:creationId xmlns:a16="http://schemas.microsoft.com/office/drawing/2014/main" id="{ED5616E9-D0B7-DFE6-28D0-E743911AB778}"/>
                </a:ext>
              </a:extLst>
            </p:cNvPr>
            <p:cNvSpPr/>
            <p:nvPr/>
          </p:nvSpPr>
          <p:spPr>
            <a:xfrm>
              <a:off x="8375904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98" name="Text 34">
              <a:extLst>
                <a:ext uri="{FF2B5EF4-FFF2-40B4-BE49-F238E27FC236}">
                  <a16:creationId xmlns:a16="http://schemas.microsoft.com/office/drawing/2014/main" id="{CB5E91E5-F5DB-6E62-5CBD-B78D27D40A4A}"/>
                </a:ext>
              </a:extLst>
            </p:cNvPr>
            <p:cNvSpPr/>
            <p:nvPr/>
          </p:nvSpPr>
          <p:spPr>
            <a:xfrm>
              <a:off x="8375904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E3A5F"/>
                  </a:solidFill>
                  <a:latin typeface="+mn-ea"/>
                </a:rPr>
                <a:t>8</a:t>
              </a:r>
              <a:endParaRPr lang="en-US" dirty="0">
                <a:latin typeface="+mn-ea"/>
              </a:endParaRPr>
            </a:p>
          </p:txBody>
        </p:sp>
        <p:sp>
          <p:nvSpPr>
            <p:cNvPr id="99" name="Shape 35">
              <a:extLst>
                <a:ext uri="{FF2B5EF4-FFF2-40B4-BE49-F238E27FC236}">
                  <a16:creationId xmlns:a16="http://schemas.microsoft.com/office/drawing/2014/main" id="{2E5CC186-A351-F0BE-9F38-4C8EA50F7B72}"/>
                </a:ext>
              </a:extLst>
            </p:cNvPr>
            <p:cNvSpPr/>
            <p:nvPr/>
          </p:nvSpPr>
          <p:spPr>
            <a:xfrm>
              <a:off x="8942832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100" name="Text 36">
              <a:extLst>
                <a:ext uri="{FF2B5EF4-FFF2-40B4-BE49-F238E27FC236}">
                  <a16:creationId xmlns:a16="http://schemas.microsoft.com/office/drawing/2014/main" id="{2223B587-0673-6D03-5CBB-8701147C38E5}"/>
                </a:ext>
              </a:extLst>
            </p:cNvPr>
            <p:cNvSpPr/>
            <p:nvPr/>
          </p:nvSpPr>
          <p:spPr>
            <a:xfrm>
              <a:off x="8942832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latin typeface="+mn-ea"/>
                </a:rPr>
                <a:t>11</a:t>
              </a:r>
            </a:p>
          </p:txBody>
        </p:sp>
        <p:sp>
          <p:nvSpPr>
            <p:cNvPr id="101" name="Shape 37">
              <a:extLst>
                <a:ext uri="{FF2B5EF4-FFF2-40B4-BE49-F238E27FC236}">
                  <a16:creationId xmlns:a16="http://schemas.microsoft.com/office/drawing/2014/main" id="{418E37B5-88AE-A295-830F-AA0F833B4612}"/>
                </a:ext>
              </a:extLst>
            </p:cNvPr>
            <p:cNvSpPr/>
            <p:nvPr/>
          </p:nvSpPr>
          <p:spPr>
            <a:xfrm>
              <a:off x="9509760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102" name="Text 38">
              <a:extLst>
                <a:ext uri="{FF2B5EF4-FFF2-40B4-BE49-F238E27FC236}">
                  <a16:creationId xmlns:a16="http://schemas.microsoft.com/office/drawing/2014/main" id="{6A0ED3DF-183E-7942-247A-3DD3FCAD3E45}"/>
                </a:ext>
              </a:extLst>
            </p:cNvPr>
            <p:cNvSpPr/>
            <p:nvPr/>
          </p:nvSpPr>
          <p:spPr>
            <a:xfrm>
              <a:off x="9509760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C00000"/>
                  </a:solidFill>
                  <a:latin typeface="+mn-ea"/>
                  <a:cs typeface="Consolas" pitchFamily="34" charset="-120"/>
                </a:rPr>
                <a:t>18</a:t>
              </a:r>
              <a:endParaRPr lang="en-US" dirty="0">
                <a:solidFill>
                  <a:srgbClr val="C00000"/>
                </a:solidFill>
                <a:latin typeface="+mn-ea"/>
              </a:endParaRPr>
            </a:p>
          </p:txBody>
        </p: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92A3A64A-FF70-F25B-8F75-CAD14E8A5D56}"/>
              </a:ext>
            </a:extLst>
          </p:cNvPr>
          <p:cNvGrpSpPr/>
          <p:nvPr/>
        </p:nvGrpSpPr>
        <p:grpSpPr>
          <a:xfrm>
            <a:off x="838200" y="5866855"/>
            <a:ext cx="10515600" cy="489494"/>
            <a:chOff x="1005840" y="1234440"/>
            <a:chExt cx="9025494" cy="384048"/>
          </a:xfrm>
        </p:grpSpPr>
        <p:sp>
          <p:nvSpPr>
            <p:cNvPr id="104" name="Shape 7">
              <a:extLst>
                <a:ext uri="{FF2B5EF4-FFF2-40B4-BE49-F238E27FC236}">
                  <a16:creationId xmlns:a16="http://schemas.microsoft.com/office/drawing/2014/main" id="{0C3C9888-B5F3-8486-0FC4-6CE678708587}"/>
                </a:ext>
              </a:extLst>
            </p:cNvPr>
            <p:cNvSpPr/>
            <p:nvPr/>
          </p:nvSpPr>
          <p:spPr>
            <a:xfrm>
              <a:off x="1005840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105" name="Text 8">
              <a:extLst>
                <a:ext uri="{FF2B5EF4-FFF2-40B4-BE49-F238E27FC236}">
                  <a16:creationId xmlns:a16="http://schemas.microsoft.com/office/drawing/2014/main" id="{81D8A91B-C78F-798E-3E0B-29C610E53227}"/>
                </a:ext>
              </a:extLst>
            </p:cNvPr>
            <p:cNvSpPr/>
            <p:nvPr/>
          </p:nvSpPr>
          <p:spPr>
            <a:xfrm>
              <a:off x="1005840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3</a:t>
              </a:r>
              <a:endParaRPr lang="en-US" dirty="0">
                <a:latin typeface="+mn-ea"/>
              </a:endParaRPr>
            </a:p>
          </p:txBody>
        </p:sp>
        <p:sp>
          <p:nvSpPr>
            <p:cNvPr id="106" name="Shape 9">
              <a:extLst>
                <a:ext uri="{FF2B5EF4-FFF2-40B4-BE49-F238E27FC236}">
                  <a16:creationId xmlns:a16="http://schemas.microsoft.com/office/drawing/2014/main" id="{14EC9B99-F096-4D97-3701-CB436AD4DA36}"/>
                </a:ext>
              </a:extLst>
            </p:cNvPr>
            <p:cNvSpPr/>
            <p:nvPr/>
          </p:nvSpPr>
          <p:spPr>
            <a:xfrm>
              <a:off x="1572768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107" name="Text 10">
              <a:extLst>
                <a:ext uri="{FF2B5EF4-FFF2-40B4-BE49-F238E27FC236}">
                  <a16:creationId xmlns:a16="http://schemas.microsoft.com/office/drawing/2014/main" id="{8F62011F-3446-766B-6F24-EAA9A8D52926}"/>
                </a:ext>
              </a:extLst>
            </p:cNvPr>
            <p:cNvSpPr/>
            <p:nvPr/>
          </p:nvSpPr>
          <p:spPr>
            <a:xfrm>
              <a:off x="1572768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E3A5F"/>
                  </a:solidFill>
                  <a:latin typeface="+mn-ea"/>
                </a:rPr>
                <a:t>7</a:t>
              </a:r>
              <a:endParaRPr lang="en-US" dirty="0">
                <a:latin typeface="+mn-ea"/>
              </a:endParaRPr>
            </a:p>
          </p:txBody>
        </p:sp>
        <p:sp>
          <p:nvSpPr>
            <p:cNvPr id="108" name="Shape 11">
              <a:extLst>
                <a:ext uri="{FF2B5EF4-FFF2-40B4-BE49-F238E27FC236}">
                  <a16:creationId xmlns:a16="http://schemas.microsoft.com/office/drawing/2014/main" id="{C81E3934-4302-86EB-9F3A-86C13E54971B}"/>
                </a:ext>
              </a:extLst>
            </p:cNvPr>
            <p:cNvSpPr/>
            <p:nvPr/>
          </p:nvSpPr>
          <p:spPr>
            <a:xfrm>
              <a:off x="2139696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109" name="Text 12">
              <a:extLst>
                <a:ext uri="{FF2B5EF4-FFF2-40B4-BE49-F238E27FC236}">
                  <a16:creationId xmlns:a16="http://schemas.microsoft.com/office/drawing/2014/main" id="{0B5E1F09-6678-E4E7-1CE5-B120311EA71B}"/>
                </a:ext>
              </a:extLst>
            </p:cNvPr>
            <p:cNvSpPr/>
            <p:nvPr/>
          </p:nvSpPr>
          <p:spPr>
            <a:xfrm>
              <a:off x="2139696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E3A5F"/>
                  </a:solidFill>
                  <a:latin typeface="+mn-ea"/>
                </a:rPr>
                <a:t>12</a:t>
              </a:r>
              <a:endParaRPr lang="en-US" dirty="0">
                <a:latin typeface="+mn-ea"/>
              </a:endParaRPr>
            </a:p>
          </p:txBody>
        </p:sp>
        <p:sp>
          <p:nvSpPr>
            <p:cNvPr id="110" name="Shape 13">
              <a:extLst>
                <a:ext uri="{FF2B5EF4-FFF2-40B4-BE49-F238E27FC236}">
                  <a16:creationId xmlns:a16="http://schemas.microsoft.com/office/drawing/2014/main" id="{74634AD0-C3E2-C363-D556-E823FDFC80DD}"/>
                </a:ext>
              </a:extLst>
            </p:cNvPr>
            <p:cNvSpPr/>
            <p:nvPr/>
          </p:nvSpPr>
          <p:spPr>
            <a:xfrm>
              <a:off x="2706624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111" name="Text 14">
              <a:extLst>
                <a:ext uri="{FF2B5EF4-FFF2-40B4-BE49-F238E27FC236}">
                  <a16:creationId xmlns:a16="http://schemas.microsoft.com/office/drawing/2014/main" id="{27C46CFC-1B00-D3DA-4775-2E5D07D9B034}"/>
                </a:ext>
              </a:extLst>
            </p:cNvPr>
            <p:cNvSpPr/>
            <p:nvPr/>
          </p:nvSpPr>
          <p:spPr>
            <a:xfrm>
              <a:off x="2706624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E3A5F"/>
                  </a:solidFill>
                  <a:latin typeface="+mn-ea"/>
                </a:rPr>
                <a:t>19</a:t>
              </a:r>
              <a:endParaRPr lang="en-US" dirty="0">
                <a:latin typeface="+mn-ea"/>
              </a:endParaRPr>
            </a:p>
          </p:txBody>
        </p:sp>
        <p:sp>
          <p:nvSpPr>
            <p:cNvPr id="112" name="Shape 15">
              <a:extLst>
                <a:ext uri="{FF2B5EF4-FFF2-40B4-BE49-F238E27FC236}">
                  <a16:creationId xmlns:a16="http://schemas.microsoft.com/office/drawing/2014/main" id="{F51D0C80-5992-E50F-457C-7E9420E39FFB}"/>
                </a:ext>
              </a:extLst>
            </p:cNvPr>
            <p:cNvSpPr/>
            <p:nvPr/>
          </p:nvSpPr>
          <p:spPr>
            <a:xfrm>
              <a:off x="3273552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113" name="Text 16">
              <a:extLst>
                <a:ext uri="{FF2B5EF4-FFF2-40B4-BE49-F238E27FC236}">
                  <a16:creationId xmlns:a16="http://schemas.microsoft.com/office/drawing/2014/main" id="{2836A3B4-3DAB-3D71-7C53-1A898C666D3A}"/>
                </a:ext>
              </a:extLst>
            </p:cNvPr>
            <p:cNvSpPr/>
            <p:nvPr/>
          </p:nvSpPr>
          <p:spPr>
            <a:xfrm>
              <a:off x="3273552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28</a:t>
              </a:r>
              <a:endParaRPr lang="en-US" dirty="0">
                <a:latin typeface="+mn-ea"/>
              </a:endParaRPr>
            </a:p>
          </p:txBody>
        </p:sp>
        <p:sp>
          <p:nvSpPr>
            <p:cNvPr id="114" name="Shape 17">
              <a:extLst>
                <a:ext uri="{FF2B5EF4-FFF2-40B4-BE49-F238E27FC236}">
                  <a16:creationId xmlns:a16="http://schemas.microsoft.com/office/drawing/2014/main" id="{BD6D71BA-443E-6F71-87B4-BAEF50A947D6}"/>
                </a:ext>
              </a:extLst>
            </p:cNvPr>
            <p:cNvSpPr/>
            <p:nvPr/>
          </p:nvSpPr>
          <p:spPr>
            <a:xfrm>
              <a:off x="3840480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115" name="Text 18">
              <a:extLst>
                <a:ext uri="{FF2B5EF4-FFF2-40B4-BE49-F238E27FC236}">
                  <a16:creationId xmlns:a16="http://schemas.microsoft.com/office/drawing/2014/main" id="{95753861-CC7A-9BBA-8804-95FF454208C6}"/>
                </a:ext>
              </a:extLst>
            </p:cNvPr>
            <p:cNvSpPr/>
            <p:nvPr/>
          </p:nvSpPr>
          <p:spPr>
            <a:xfrm>
              <a:off x="3840480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29</a:t>
              </a:r>
              <a:endParaRPr lang="en-US" dirty="0">
                <a:latin typeface="+mn-ea"/>
              </a:endParaRPr>
            </a:p>
          </p:txBody>
        </p:sp>
        <p:sp>
          <p:nvSpPr>
            <p:cNvPr id="116" name="Shape 19">
              <a:extLst>
                <a:ext uri="{FF2B5EF4-FFF2-40B4-BE49-F238E27FC236}">
                  <a16:creationId xmlns:a16="http://schemas.microsoft.com/office/drawing/2014/main" id="{A538F0A6-83F6-0E7C-6606-3D55F8F0DB39}"/>
                </a:ext>
              </a:extLst>
            </p:cNvPr>
            <p:cNvSpPr/>
            <p:nvPr/>
          </p:nvSpPr>
          <p:spPr>
            <a:xfrm>
              <a:off x="4407408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117" name="Text 20">
              <a:extLst>
                <a:ext uri="{FF2B5EF4-FFF2-40B4-BE49-F238E27FC236}">
                  <a16:creationId xmlns:a16="http://schemas.microsoft.com/office/drawing/2014/main" id="{0FBF0B49-8F65-12FE-64AB-B551B96B279F}"/>
                </a:ext>
              </a:extLst>
            </p:cNvPr>
            <p:cNvSpPr/>
            <p:nvPr/>
          </p:nvSpPr>
          <p:spPr>
            <a:xfrm>
              <a:off x="4407408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31</a:t>
              </a:r>
              <a:endParaRPr lang="en-US" dirty="0">
                <a:latin typeface="+mn-ea"/>
              </a:endParaRPr>
            </a:p>
          </p:txBody>
        </p:sp>
        <p:sp>
          <p:nvSpPr>
            <p:cNvPr id="118" name="Shape 21">
              <a:extLst>
                <a:ext uri="{FF2B5EF4-FFF2-40B4-BE49-F238E27FC236}">
                  <a16:creationId xmlns:a16="http://schemas.microsoft.com/office/drawing/2014/main" id="{FBDB84FE-D1BF-F0D5-CA5D-137C5C6D4346}"/>
                </a:ext>
              </a:extLst>
            </p:cNvPr>
            <p:cNvSpPr/>
            <p:nvPr/>
          </p:nvSpPr>
          <p:spPr>
            <a:xfrm>
              <a:off x="4974336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119" name="Text 22">
              <a:extLst>
                <a:ext uri="{FF2B5EF4-FFF2-40B4-BE49-F238E27FC236}">
                  <a16:creationId xmlns:a16="http://schemas.microsoft.com/office/drawing/2014/main" id="{D9F498DD-B495-BC4A-792C-1A7DF767790D}"/>
                </a:ext>
              </a:extLst>
            </p:cNvPr>
            <p:cNvSpPr/>
            <p:nvPr/>
          </p:nvSpPr>
          <p:spPr>
            <a:xfrm>
              <a:off x="4974336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32</a:t>
              </a:r>
              <a:endParaRPr lang="en-US" dirty="0">
                <a:latin typeface="+mn-ea"/>
              </a:endParaRPr>
            </a:p>
          </p:txBody>
        </p:sp>
        <p:sp>
          <p:nvSpPr>
            <p:cNvPr id="120" name="Shape 23">
              <a:extLst>
                <a:ext uri="{FF2B5EF4-FFF2-40B4-BE49-F238E27FC236}">
                  <a16:creationId xmlns:a16="http://schemas.microsoft.com/office/drawing/2014/main" id="{0BFACA26-B613-028A-58B0-55CD4428119F}"/>
                </a:ext>
              </a:extLst>
            </p:cNvPr>
            <p:cNvSpPr/>
            <p:nvPr/>
          </p:nvSpPr>
          <p:spPr>
            <a:xfrm>
              <a:off x="5541264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121" name="Text 24">
              <a:extLst>
                <a:ext uri="{FF2B5EF4-FFF2-40B4-BE49-F238E27FC236}">
                  <a16:creationId xmlns:a16="http://schemas.microsoft.com/office/drawing/2014/main" id="{4C0E624E-684A-17A5-E728-236334E7EF51}"/>
                </a:ext>
              </a:extLst>
            </p:cNvPr>
            <p:cNvSpPr/>
            <p:nvPr/>
          </p:nvSpPr>
          <p:spPr>
            <a:xfrm>
              <a:off x="5541264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35</a:t>
              </a:r>
              <a:endParaRPr lang="en-US" dirty="0">
                <a:latin typeface="+mn-ea"/>
              </a:endParaRPr>
            </a:p>
          </p:txBody>
        </p:sp>
        <p:sp>
          <p:nvSpPr>
            <p:cNvPr id="122" name="Shape 25">
              <a:extLst>
                <a:ext uri="{FF2B5EF4-FFF2-40B4-BE49-F238E27FC236}">
                  <a16:creationId xmlns:a16="http://schemas.microsoft.com/office/drawing/2014/main" id="{5923F28C-AAFD-286E-0F27-CD70A18A91A4}"/>
                </a:ext>
              </a:extLst>
            </p:cNvPr>
            <p:cNvSpPr/>
            <p:nvPr/>
          </p:nvSpPr>
          <p:spPr>
            <a:xfrm>
              <a:off x="6108192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123" name="Text 26">
              <a:extLst>
                <a:ext uri="{FF2B5EF4-FFF2-40B4-BE49-F238E27FC236}">
                  <a16:creationId xmlns:a16="http://schemas.microsoft.com/office/drawing/2014/main" id="{517E181D-A2DA-D366-A2A3-182DD85B2A65}"/>
                </a:ext>
              </a:extLst>
            </p:cNvPr>
            <p:cNvSpPr/>
            <p:nvPr/>
          </p:nvSpPr>
          <p:spPr>
            <a:xfrm>
              <a:off x="6108192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latin typeface="+mn-ea"/>
                </a:rPr>
                <a:t>36</a:t>
              </a:r>
            </a:p>
          </p:txBody>
        </p:sp>
        <p:sp>
          <p:nvSpPr>
            <p:cNvPr id="124" name="Shape 27">
              <a:extLst>
                <a:ext uri="{FF2B5EF4-FFF2-40B4-BE49-F238E27FC236}">
                  <a16:creationId xmlns:a16="http://schemas.microsoft.com/office/drawing/2014/main" id="{7F3C95DA-E7E1-6DD5-0ED8-3D5B4541847C}"/>
                </a:ext>
              </a:extLst>
            </p:cNvPr>
            <p:cNvSpPr/>
            <p:nvPr/>
          </p:nvSpPr>
          <p:spPr>
            <a:xfrm>
              <a:off x="6675120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125" name="Text 28">
              <a:extLst>
                <a:ext uri="{FF2B5EF4-FFF2-40B4-BE49-F238E27FC236}">
                  <a16:creationId xmlns:a16="http://schemas.microsoft.com/office/drawing/2014/main" id="{896235B0-1274-38BB-BCD4-978EF89502A5}"/>
                </a:ext>
              </a:extLst>
            </p:cNvPr>
            <p:cNvSpPr/>
            <p:nvPr/>
          </p:nvSpPr>
          <p:spPr>
            <a:xfrm>
              <a:off x="6675120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41</a:t>
              </a:r>
              <a:endParaRPr lang="en-US" dirty="0">
                <a:latin typeface="+mn-ea"/>
              </a:endParaRPr>
            </a:p>
          </p:txBody>
        </p:sp>
        <p:sp>
          <p:nvSpPr>
            <p:cNvPr id="126" name="Shape 29">
              <a:extLst>
                <a:ext uri="{FF2B5EF4-FFF2-40B4-BE49-F238E27FC236}">
                  <a16:creationId xmlns:a16="http://schemas.microsoft.com/office/drawing/2014/main" id="{9780C010-9688-8BBA-D1EB-FC57723C478D}"/>
                </a:ext>
              </a:extLst>
            </p:cNvPr>
            <p:cNvSpPr/>
            <p:nvPr/>
          </p:nvSpPr>
          <p:spPr>
            <a:xfrm>
              <a:off x="7242048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127" name="Text 30">
              <a:extLst>
                <a:ext uri="{FF2B5EF4-FFF2-40B4-BE49-F238E27FC236}">
                  <a16:creationId xmlns:a16="http://schemas.microsoft.com/office/drawing/2014/main" id="{B88C8782-F6C9-31A8-7B01-B3CE04ADDAFB}"/>
                </a:ext>
              </a:extLst>
            </p:cNvPr>
            <p:cNvSpPr/>
            <p:nvPr/>
          </p:nvSpPr>
          <p:spPr>
            <a:xfrm>
              <a:off x="7242048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48</a:t>
              </a:r>
              <a:endParaRPr lang="en-US" dirty="0">
                <a:latin typeface="+mn-ea"/>
              </a:endParaRPr>
            </a:p>
          </p:txBody>
        </p:sp>
        <p:sp>
          <p:nvSpPr>
            <p:cNvPr id="128" name="Shape 31">
              <a:extLst>
                <a:ext uri="{FF2B5EF4-FFF2-40B4-BE49-F238E27FC236}">
                  <a16:creationId xmlns:a16="http://schemas.microsoft.com/office/drawing/2014/main" id="{697486B5-425E-E006-62FE-82D79E382E60}"/>
                </a:ext>
              </a:extLst>
            </p:cNvPr>
            <p:cNvSpPr/>
            <p:nvPr/>
          </p:nvSpPr>
          <p:spPr>
            <a:xfrm>
              <a:off x="7808976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129" name="Text 32">
              <a:extLst>
                <a:ext uri="{FF2B5EF4-FFF2-40B4-BE49-F238E27FC236}">
                  <a16:creationId xmlns:a16="http://schemas.microsoft.com/office/drawing/2014/main" id="{ECEB97FA-232C-E8E1-C464-AA176AFA389A}"/>
                </a:ext>
              </a:extLst>
            </p:cNvPr>
            <p:cNvSpPr/>
            <p:nvPr/>
          </p:nvSpPr>
          <p:spPr>
            <a:xfrm>
              <a:off x="7808976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53</a:t>
              </a:r>
              <a:endParaRPr lang="en-US" dirty="0">
                <a:latin typeface="+mn-ea"/>
              </a:endParaRPr>
            </a:p>
          </p:txBody>
        </p:sp>
        <p:sp>
          <p:nvSpPr>
            <p:cNvPr id="130" name="Shape 33">
              <a:extLst>
                <a:ext uri="{FF2B5EF4-FFF2-40B4-BE49-F238E27FC236}">
                  <a16:creationId xmlns:a16="http://schemas.microsoft.com/office/drawing/2014/main" id="{D1CD63E4-EFF2-4BCB-B48B-CF506C908D29}"/>
                </a:ext>
              </a:extLst>
            </p:cNvPr>
            <p:cNvSpPr/>
            <p:nvPr/>
          </p:nvSpPr>
          <p:spPr>
            <a:xfrm>
              <a:off x="8375904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131" name="Text 34">
              <a:extLst>
                <a:ext uri="{FF2B5EF4-FFF2-40B4-BE49-F238E27FC236}">
                  <a16:creationId xmlns:a16="http://schemas.microsoft.com/office/drawing/2014/main" id="{5D3F35F9-5486-68D0-9953-D33A06A57E46}"/>
                </a:ext>
              </a:extLst>
            </p:cNvPr>
            <p:cNvSpPr/>
            <p:nvPr/>
          </p:nvSpPr>
          <p:spPr>
            <a:xfrm>
              <a:off x="8375904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E3A5F"/>
                  </a:solidFill>
                  <a:latin typeface="+mn-ea"/>
                </a:rPr>
                <a:t>56</a:t>
              </a:r>
              <a:endParaRPr lang="en-US" dirty="0">
                <a:latin typeface="+mn-ea"/>
              </a:endParaRPr>
            </a:p>
          </p:txBody>
        </p:sp>
        <p:sp>
          <p:nvSpPr>
            <p:cNvPr id="132" name="Shape 35">
              <a:extLst>
                <a:ext uri="{FF2B5EF4-FFF2-40B4-BE49-F238E27FC236}">
                  <a16:creationId xmlns:a16="http://schemas.microsoft.com/office/drawing/2014/main" id="{96F25A9F-387C-0C00-C0DD-141E94351D16}"/>
                </a:ext>
              </a:extLst>
            </p:cNvPr>
            <p:cNvSpPr/>
            <p:nvPr/>
          </p:nvSpPr>
          <p:spPr>
            <a:xfrm>
              <a:off x="8942832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133" name="Text 36">
              <a:extLst>
                <a:ext uri="{FF2B5EF4-FFF2-40B4-BE49-F238E27FC236}">
                  <a16:creationId xmlns:a16="http://schemas.microsoft.com/office/drawing/2014/main" id="{4EAEDEB0-6DCA-A983-2B3D-173D7672C903}"/>
                </a:ext>
              </a:extLst>
            </p:cNvPr>
            <p:cNvSpPr/>
            <p:nvPr/>
          </p:nvSpPr>
          <p:spPr>
            <a:xfrm>
              <a:off x="8942832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latin typeface="+mn-ea"/>
                </a:rPr>
                <a:t>59</a:t>
              </a:r>
            </a:p>
          </p:txBody>
        </p:sp>
        <p:sp>
          <p:nvSpPr>
            <p:cNvPr id="134" name="Shape 37">
              <a:extLst>
                <a:ext uri="{FF2B5EF4-FFF2-40B4-BE49-F238E27FC236}">
                  <a16:creationId xmlns:a16="http://schemas.microsoft.com/office/drawing/2014/main" id="{F4481613-9BD7-8E74-F973-3ED52792477E}"/>
                </a:ext>
              </a:extLst>
            </p:cNvPr>
            <p:cNvSpPr/>
            <p:nvPr/>
          </p:nvSpPr>
          <p:spPr>
            <a:xfrm>
              <a:off x="9509760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135" name="Text 38">
              <a:extLst>
                <a:ext uri="{FF2B5EF4-FFF2-40B4-BE49-F238E27FC236}">
                  <a16:creationId xmlns:a16="http://schemas.microsoft.com/office/drawing/2014/main" id="{005FDA43-9161-B5CE-20E7-301382E4E6DD}"/>
                </a:ext>
              </a:extLst>
            </p:cNvPr>
            <p:cNvSpPr/>
            <p:nvPr/>
          </p:nvSpPr>
          <p:spPr>
            <a:xfrm>
              <a:off x="9509760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66</a:t>
              </a:r>
              <a:endParaRPr lang="en-US" dirty="0">
                <a:latin typeface="+mn-ea"/>
              </a:endParaRPr>
            </a:p>
          </p:txBody>
        </p:sp>
      </p:grpSp>
      <p:sp>
        <p:nvSpPr>
          <p:cNvPr id="136" name="화살표: 오른쪽 135">
            <a:extLst>
              <a:ext uri="{FF2B5EF4-FFF2-40B4-BE49-F238E27FC236}">
                <a16:creationId xmlns:a16="http://schemas.microsoft.com/office/drawing/2014/main" id="{10AD290E-179E-9A59-7D7D-5AA187EA3C96}"/>
              </a:ext>
            </a:extLst>
          </p:cNvPr>
          <p:cNvSpPr/>
          <p:nvPr/>
        </p:nvSpPr>
        <p:spPr>
          <a:xfrm>
            <a:off x="3627264" y="4363984"/>
            <a:ext cx="407363" cy="2860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57A6BA47-67C3-2E1C-A090-7E74FAB5C66E}"/>
              </a:ext>
            </a:extLst>
          </p:cNvPr>
          <p:cNvGrpSpPr/>
          <p:nvPr/>
        </p:nvGrpSpPr>
        <p:grpSpPr>
          <a:xfrm>
            <a:off x="838200" y="5269928"/>
            <a:ext cx="10515600" cy="489494"/>
            <a:chOff x="1005840" y="1234440"/>
            <a:chExt cx="9025494" cy="384048"/>
          </a:xfrm>
        </p:grpSpPr>
        <p:sp>
          <p:nvSpPr>
            <p:cNvPr id="138" name="Shape 7">
              <a:extLst>
                <a:ext uri="{FF2B5EF4-FFF2-40B4-BE49-F238E27FC236}">
                  <a16:creationId xmlns:a16="http://schemas.microsoft.com/office/drawing/2014/main" id="{B97B311E-14E3-9B6D-CE4E-8A8992789FDA}"/>
                </a:ext>
              </a:extLst>
            </p:cNvPr>
            <p:cNvSpPr/>
            <p:nvPr/>
          </p:nvSpPr>
          <p:spPr>
            <a:xfrm>
              <a:off x="1005840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600">
                <a:latin typeface="+mn-ea"/>
              </a:endParaRPr>
            </a:p>
          </p:txBody>
        </p:sp>
        <p:sp>
          <p:nvSpPr>
            <p:cNvPr id="139" name="Text 8">
              <a:extLst>
                <a:ext uri="{FF2B5EF4-FFF2-40B4-BE49-F238E27FC236}">
                  <a16:creationId xmlns:a16="http://schemas.microsoft.com/office/drawing/2014/main" id="{2785DD4A-F193-E5E7-3BEA-B79BFE75B2D8}"/>
                </a:ext>
              </a:extLst>
            </p:cNvPr>
            <p:cNvSpPr/>
            <p:nvPr/>
          </p:nvSpPr>
          <p:spPr>
            <a:xfrm>
              <a:off x="1005840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3</a:t>
              </a:r>
              <a:endParaRPr lang="en-US" sz="1600" dirty="0">
                <a:latin typeface="+mn-ea"/>
              </a:endParaRPr>
            </a:p>
          </p:txBody>
        </p:sp>
        <p:sp>
          <p:nvSpPr>
            <p:cNvPr id="140" name="Shape 9">
              <a:extLst>
                <a:ext uri="{FF2B5EF4-FFF2-40B4-BE49-F238E27FC236}">
                  <a16:creationId xmlns:a16="http://schemas.microsoft.com/office/drawing/2014/main" id="{AE3E87BB-C7CC-2562-65C7-DF0FD367F2D5}"/>
                </a:ext>
              </a:extLst>
            </p:cNvPr>
            <p:cNvSpPr/>
            <p:nvPr/>
          </p:nvSpPr>
          <p:spPr>
            <a:xfrm>
              <a:off x="1572768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600">
                <a:latin typeface="+mn-ea"/>
              </a:endParaRPr>
            </a:p>
          </p:txBody>
        </p:sp>
        <p:sp>
          <p:nvSpPr>
            <p:cNvPr id="141" name="Text 10">
              <a:extLst>
                <a:ext uri="{FF2B5EF4-FFF2-40B4-BE49-F238E27FC236}">
                  <a16:creationId xmlns:a16="http://schemas.microsoft.com/office/drawing/2014/main" id="{96055DBA-1679-4BD9-FC70-6423B4081F3A}"/>
                </a:ext>
              </a:extLst>
            </p:cNvPr>
            <p:cNvSpPr/>
            <p:nvPr/>
          </p:nvSpPr>
          <p:spPr>
            <a:xfrm>
              <a:off x="1572768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E3A5F"/>
                  </a:solidFill>
                  <a:latin typeface="+mn-ea"/>
                </a:rPr>
                <a:t>7</a:t>
              </a:r>
              <a:endParaRPr lang="en-US" sz="1600" dirty="0">
                <a:latin typeface="+mn-ea"/>
              </a:endParaRPr>
            </a:p>
          </p:txBody>
        </p:sp>
        <p:sp>
          <p:nvSpPr>
            <p:cNvPr id="142" name="Shape 11">
              <a:extLst>
                <a:ext uri="{FF2B5EF4-FFF2-40B4-BE49-F238E27FC236}">
                  <a16:creationId xmlns:a16="http://schemas.microsoft.com/office/drawing/2014/main" id="{7BEC34E7-0604-3DDB-E302-33EF2219FCE9}"/>
                </a:ext>
              </a:extLst>
            </p:cNvPr>
            <p:cNvSpPr/>
            <p:nvPr/>
          </p:nvSpPr>
          <p:spPr>
            <a:xfrm>
              <a:off x="2139696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600">
                <a:latin typeface="+mn-ea"/>
              </a:endParaRPr>
            </a:p>
          </p:txBody>
        </p:sp>
        <p:sp>
          <p:nvSpPr>
            <p:cNvPr id="143" name="Text 12">
              <a:extLst>
                <a:ext uri="{FF2B5EF4-FFF2-40B4-BE49-F238E27FC236}">
                  <a16:creationId xmlns:a16="http://schemas.microsoft.com/office/drawing/2014/main" id="{B01F29A3-2B1A-EDC2-ED5C-7415237DFE1B}"/>
                </a:ext>
              </a:extLst>
            </p:cNvPr>
            <p:cNvSpPr/>
            <p:nvPr/>
          </p:nvSpPr>
          <p:spPr>
            <a:xfrm>
              <a:off x="2139696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E3A5F"/>
                  </a:solidFill>
                  <a:latin typeface="+mn-ea"/>
                </a:rPr>
                <a:t>12</a:t>
              </a:r>
              <a:endParaRPr lang="en-US" sz="1600" dirty="0">
                <a:latin typeface="+mn-ea"/>
              </a:endParaRPr>
            </a:p>
          </p:txBody>
        </p:sp>
        <p:sp>
          <p:nvSpPr>
            <p:cNvPr id="144" name="Shape 13">
              <a:extLst>
                <a:ext uri="{FF2B5EF4-FFF2-40B4-BE49-F238E27FC236}">
                  <a16:creationId xmlns:a16="http://schemas.microsoft.com/office/drawing/2014/main" id="{FA8FB574-9D9F-36C4-9EAE-00064A5856F9}"/>
                </a:ext>
              </a:extLst>
            </p:cNvPr>
            <p:cNvSpPr/>
            <p:nvPr/>
          </p:nvSpPr>
          <p:spPr>
            <a:xfrm>
              <a:off x="2706624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600">
                <a:latin typeface="+mn-ea"/>
              </a:endParaRPr>
            </a:p>
          </p:txBody>
        </p:sp>
        <p:sp>
          <p:nvSpPr>
            <p:cNvPr id="145" name="Text 14">
              <a:extLst>
                <a:ext uri="{FF2B5EF4-FFF2-40B4-BE49-F238E27FC236}">
                  <a16:creationId xmlns:a16="http://schemas.microsoft.com/office/drawing/2014/main" id="{5EF61952-90B0-D54C-6542-61FA32F4CB4D}"/>
                </a:ext>
              </a:extLst>
            </p:cNvPr>
            <p:cNvSpPr/>
            <p:nvPr/>
          </p:nvSpPr>
          <p:spPr>
            <a:xfrm>
              <a:off x="2706624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E3A5F"/>
                  </a:solidFill>
                  <a:latin typeface="+mn-ea"/>
                </a:rPr>
                <a:t>19</a:t>
              </a:r>
              <a:endParaRPr lang="en-US" sz="1600" dirty="0">
                <a:latin typeface="+mn-ea"/>
              </a:endParaRPr>
            </a:p>
          </p:txBody>
        </p:sp>
        <p:sp>
          <p:nvSpPr>
            <p:cNvPr id="146" name="Shape 15">
              <a:extLst>
                <a:ext uri="{FF2B5EF4-FFF2-40B4-BE49-F238E27FC236}">
                  <a16:creationId xmlns:a16="http://schemas.microsoft.com/office/drawing/2014/main" id="{7A434511-F67B-F412-D7E9-9071B8A820DD}"/>
                </a:ext>
              </a:extLst>
            </p:cNvPr>
            <p:cNvSpPr/>
            <p:nvPr/>
          </p:nvSpPr>
          <p:spPr>
            <a:xfrm>
              <a:off x="3273552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600">
                <a:latin typeface="+mn-ea"/>
              </a:endParaRPr>
            </a:p>
          </p:txBody>
        </p:sp>
        <p:sp>
          <p:nvSpPr>
            <p:cNvPr id="147" name="Text 16">
              <a:extLst>
                <a:ext uri="{FF2B5EF4-FFF2-40B4-BE49-F238E27FC236}">
                  <a16:creationId xmlns:a16="http://schemas.microsoft.com/office/drawing/2014/main" id="{5D82D06D-CF73-A053-C3A9-353C2FF4DA43}"/>
                </a:ext>
              </a:extLst>
            </p:cNvPr>
            <p:cNvSpPr/>
            <p:nvPr/>
          </p:nvSpPr>
          <p:spPr>
            <a:xfrm>
              <a:off x="3273552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9+</a:t>
              </a:r>
              <a:r>
                <a:rPr lang="en-US" altLang="ko-KR" sz="1600" dirty="0">
                  <a:solidFill>
                    <a:srgbClr val="C00000"/>
                  </a:solidFill>
                  <a:latin typeface="+mn-ea"/>
                  <a:cs typeface="Consolas" pitchFamily="34" charset="-120"/>
                </a:rPr>
                <a:t>19</a:t>
              </a:r>
              <a:endParaRPr lang="en-US" sz="1600" dirty="0">
                <a:latin typeface="+mn-ea"/>
              </a:endParaRPr>
            </a:p>
          </p:txBody>
        </p:sp>
        <p:sp>
          <p:nvSpPr>
            <p:cNvPr id="148" name="Shape 17">
              <a:extLst>
                <a:ext uri="{FF2B5EF4-FFF2-40B4-BE49-F238E27FC236}">
                  <a16:creationId xmlns:a16="http://schemas.microsoft.com/office/drawing/2014/main" id="{E6C458E4-720C-2AD8-1199-017D71E88CB1}"/>
                </a:ext>
              </a:extLst>
            </p:cNvPr>
            <p:cNvSpPr/>
            <p:nvPr/>
          </p:nvSpPr>
          <p:spPr>
            <a:xfrm>
              <a:off x="3840480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600">
                <a:latin typeface="+mn-ea"/>
              </a:endParaRPr>
            </a:p>
          </p:txBody>
        </p:sp>
        <p:sp>
          <p:nvSpPr>
            <p:cNvPr id="149" name="Text 18">
              <a:extLst>
                <a:ext uri="{FF2B5EF4-FFF2-40B4-BE49-F238E27FC236}">
                  <a16:creationId xmlns:a16="http://schemas.microsoft.com/office/drawing/2014/main" id="{E9E4CE1E-BA92-B5E5-09F0-82D73E48387B}"/>
                </a:ext>
              </a:extLst>
            </p:cNvPr>
            <p:cNvSpPr/>
            <p:nvPr/>
          </p:nvSpPr>
          <p:spPr>
            <a:xfrm>
              <a:off x="3840480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10</a:t>
              </a:r>
              <a:r>
                <a:rPr lang="en-US" altLang="ko-KR" sz="16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+1</a:t>
              </a:r>
              <a:r>
                <a:rPr lang="en-US" altLang="ko-KR" sz="1600" dirty="0">
                  <a:solidFill>
                    <a:srgbClr val="C00000"/>
                  </a:solidFill>
                  <a:latin typeface="+mn-ea"/>
                  <a:cs typeface="Consolas" pitchFamily="34" charset="-120"/>
                </a:rPr>
                <a:t>9</a:t>
              </a:r>
              <a:endParaRPr lang="en-US" sz="1600" dirty="0">
                <a:latin typeface="+mn-ea"/>
              </a:endParaRPr>
            </a:p>
          </p:txBody>
        </p:sp>
        <p:sp>
          <p:nvSpPr>
            <p:cNvPr id="150" name="Shape 19">
              <a:extLst>
                <a:ext uri="{FF2B5EF4-FFF2-40B4-BE49-F238E27FC236}">
                  <a16:creationId xmlns:a16="http://schemas.microsoft.com/office/drawing/2014/main" id="{1B230633-3DD5-261D-40AB-0F4C988A0627}"/>
                </a:ext>
              </a:extLst>
            </p:cNvPr>
            <p:cNvSpPr/>
            <p:nvPr/>
          </p:nvSpPr>
          <p:spPr>
            <a:xfrm>
              <a:off x="4407408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600">
                <a:latin typeface="+mn-ea"/>
              </a:endParaRPr>
            </a:p>
          </p:txBody>
        </p:sp>
        <p:sp>
          <p:nvSpPr>
            <p:cNvPr id="151" name="Text 20">
              <a:extLst>
                <a:ext uri="{FF2B5EF4-FFF2-40B4-BE49-F238E27FC236}">
                  <a16:creationId xmlns:a16="http://schemas.microsoft.com/office/drawing/2014/main" id="{1C17E2DE-86AC-52C8-2F91-4DD33467402E}"/>
                </a:ext>
              </a:extLst>
            </p:cNvPr>
            <p:cNvSpPr/>
            <p:nvPr/>
          </p:nvSpPr>
          <p:spPr>
            <a:xfrm>
              <a:off x="4407408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12</a:t>
              </a:r>
              <a:r>
                <a:rPr lang="en-US" altLang="ko-KR" sz="16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+</a:t>
              </a:r>
              <a:r>
                <a:rPr lang="en-US" altLang="ko-KR" sz="1600" dirty="0">
                  <a:solidFill>
                    <a:srgbClr val="C00000"/>
                  </a:solidFill>
                  <a:latin typeface="+mn-ea"/>
                  <a:cs typeface="Consolas" pitchFamily="34" charset="-120"/>
                </a:rPr>
                <a:t>19</a:t>
              </a:r>
              <a:endParaRPr lang="en-US" sz="1600" dirty="0">
                <a:latin typeface="+mn-ea"/>
              </a:endParaRPr>
            </a:p>
          </p:txBody>
        </p:sp>
        <p:sp>
          <p:nvSpPr>
            <p:cNvPr id="152" name="Shape 21">
              <a:extLst>
                <a:ext uri="{FF2B5EF4-FFF2-40B4-BE49-F238E27FC236}">
                  <a16:creationId xmlns:a16="http://schemas.microsoft.com/office/drawing/2014/main" id="{CA1FCF36-2853-8211-0A72-E73E80FFB0D7}"/>
                </a:ext>
              </a:extLst>
            </p:cNvPr>
            <p:cNvSpPr/>
            <p:nvPr/>
          </p:nvSpPr>
          <p:spPr>
            <a:xfrm>
              <a:off x="4974336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600">
                <a:latin typeface="+mn-ea"/>
              </a:endParaRPr>
            </a:p>
          </p:txBody>
        </p:sp>
        <p:sp>
          <p:nvSpPr>
            <p:cNvPr id="153" name="Text 22">
              <a:extLst>
                <a:ext uri="{FF2B5EF4-FFF2-40B4-BE49-F238E27FC236}">
                  <a16:creationId xmlns:a16="http://schemas.microsoft.com/office/drawing/2014/main" id="{5EA2B8C9-DFC9-DE1A-376E-9B1B93E63423}"/>
                </a:ext>
              </a:extLst>
            </p:cNvPr>
            <p:cNvSpPr/>
            <p:nvPr/>
          </p:nvSpPr>
          <p:spPr>
            <a:xfrm>
              <a:off x="4974336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13</a:t>
              </a:r>
              <a:r>
                <a:rPr lang="en-US" altLang="ko-KR" sz="16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+</a:t>
              </a:r>
              <a:r>
                <a:rPr lang="en-US" altLang="ko-KR" sz="1600" dirty="0">
                  <a:solidFill>
                    <a:srgbClr val="C00000"/>
                  </a:solidFill>
                  <a:latin typeface="+mn-ea"/>
                  <a:cs typeface="Consolas" pitchFamily="34" charset="-120"/>
                </a:rPr>
                <a:t>19</a:t>
              </a:r>
              <a:endParaRPr lang="en-US" sz="1600" dirty="0">
                <a:latin typeface="+mn-ea"/>
              </a:endParaRPr>
            </a:p>
          </p:txBody>
        </p:sp>
        <p:sp>
          <p:nvSpPr>
            <p:cNvPr id="154" name="Shape 23">
              <a:extLst>
                <a:ext uri="{FF2B5EF4-FFF2-40B4-BE49-F238E27FC236}">
                  <a16:creationId xmlns:a16="http://schemas.microsoft.com/office/drawing/2014/main" id="{0F4E91CA-510A-3156-A2C5-ACB7A1C21175}"/>
                </a:ext>
              </a:extLst>
            </p:cNvPr>
            <p:cNvSpPr/>
            <p:nvPr/>
          </p:nvSpPr>
          <p:spPr>
            <a:xfrm>
              <a:off x="5541264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600">
                <a:latin typeface="+mn-ea"/>
              </a:endParaRPr>
            </a:p>
          </p:txBody>
        </p:sp>
        <p:sp>
          <p:nvSpPr>
            <p:cNvPr id="155" name="Text 24">
              <a:extLst>
                <a:ext uri="{FF2B5EF4-FFF2-40B4-BE49-F238E27FC236}">
                  <a16:creationId xmlns:a16="http://schemas.microsoft.com/office/drawing/2014/main" id="{F8C6DC58-2DE4-5E29-ED9C-43C4F0B937C1}"/>
                </a:ext>
              </a:extLst>
            </p:cNvPr>
            <p:cNvSpPr/>
            <p:nvPr/>
          </p:nvSpPr>
          <p:spPr>
            <a:xfrm>
              <a:off x="5541264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3+</a:t>
              </a:r>
              <a:r>
                <a:rPr lang="en-US" altLang="ko-KR" sz="1600" dirty="0">
                  <a:solidFill>
                    <a:srgbClr val="00B050"/>
                  </a:solidFill>
                  <a:latin typeface="+mn-ea"/>
                </a:rPr>
                <a:t>32</a:t>
              </a:r>
              <a:endParaRPr lang="en-US" sz="1600" dirty="0">
                <a:latin typeface="+mn-ea"/>
              </a:endParaRPr>
            </a:p>
          </p:txBody>
        </p:sp>
        <p:sp>
          <p:nvSpPr>
            <p:cNvPr id="156" name="Shape 25">
              <a:extLst>
                <a:ext uri="{FF2B5EF4-FFF2-40B4-BE49-F238E27FC236}">
                  <a16:creationId xmlns:a16="http://schemas.microsoft.com/office/drawing/2014/main" id="{FB961AAB-437C-6A93-2427-77B5ADCF011E}"/>
                </a:ext>
              </a:extLst>
            </p:cNvPr>
            <p:cNvSpPr/>
            <p:nvPr/>
          </p:nvSpPr>
          <p:spPr>
            <a:xfrm>
              <a:off x="6108192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600">
                <a:latin typeface="+mn-ea"/>
              </a:endParaRPr>
            </a:p>
          </p:txBody>
        </p:sp>
        <p:sp>
          <p:nvSpPr>
            <p:cNvPr id="157" name="Text 26">
              <a:extLst>
                <a:ext uri="{FF2B5EF4-FFF2-40B4-BE49-F238E27FC236}">
                  <a16:creationId xmlns:a16="http://schemas.microsoft.com/office/drawing/2014/main" id="{5FAF6838-9640-9054-9F88-CDEFCB8A1B62}"/>
                </a:ext>
              </a:extLst>
            </p:cNvPr>
            <p:cNvSpPr/>
            <p:nvPr/>
          </p:nvSpPr>
          <p:spPr>
            <a:xfrm>
              <a:off x="6108192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dirty="0">
                  <a:latin typeface="+mn-ea"/>
                </a:rPr>
                <a:t>4</a:t>
              </a:r>
              <a:r>
                <a:rPr lang="en-US" altLang="ko-KR" sz="16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+</a:t>
              </a:r>
              <a:r>
                <a:rPr lang="en-US" altLang="ko-KR" sz="1600" dirty="0">
                  <a:solidFill>
                    <a:srgbClr val="00B050"/>
                  </a:solidFill>
                  <a:latin typeface="+mn-ea"/>
                </a:rPr>
                <a:t>32</a:t>
              </a:r>
              <a:endParaRPr lang="en-US" sz="1600" dirty="0">
                <a:latin typeface="+mn-ea"/>
              </a:endParaRPr>
            </a:p>
          </p:txBody>
        </p:sp>
        <p:sp>
          <p:nvSpPr>
            <p:cNvPr id="158" name="Shape 27">
              <a:extLst>
                <a:ext uri="{FF2B5EF4-FFF2-40B4-BE49-F238E27FC236}">
                  <a16:creationId xmlns:a16="http://schemas.microsoft.com/office/drawing/2014/main" id="{0DE71450-0133-D93A-D86D-CB72B80499AF}"/>
                </a:ext>
              </a:extLst>
            </p:cNvPr>
            <p:cNvSpPr/>
            <p:nvPr/>
          </p:nvSpPr>
          <p:spPr>
            <a:xfrm>
              <a:off x="6675120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600">
                <a:latin typeface="+mn-ea"/>
              </a:endParaRPr>
            </a:p>
          </p:txBody>
        </p:sp>
        <p:sp>
          <p:nvSpPr>
            <p:cNvPr id="159" name="Text 28">
              <a:extLst>
                <a:ext uri="{FF2B5EF4-FFF2-40B4-BE49-F238E27FC236}">
                  <a16:creationId xmlns:a16="http://schemas.microsoft.com/office/drawing/2014/main" id="{15564767-9912-A879-FF8C-C2C45AC491DD}"/>
                </a:ext>
              </a:extLst>
            </p:cNvPr>
            <p:cNvSpPr/>
            <p:nvPr/>
          </p:nvSpPr>
          <p:spPr>
            <a:xfrm>
              <a:off x="6675120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9</a:t>
              </a:r>
              <a:r>
                <a:rPr lang="en-US" altLang="ko-KR" sz="16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+</a:t>
              </a:r>
              <a:r>
                <a:rPr lang="en-US" altLang="ko-KR" sz="1600" dirty="0">
                  <a:solidFill>
                    <a:srgbClr val="00B050"/>
                  </a:solidFill>
                  <a:latin typeface="+mn-ea"/>
                </a:rPr>
                <a:t>32</a:t>
              </a:r>
              <a:endParaRPr lang="en-US" sz="1600" dirty="0">
                <a:latin typeface="+mn-ea"/>
              </a:endParaRPr>
            </a:p>
          </p:txBody>
        </p:sp>
        <p:sp>
          <p:nvSpPr>
            <p:cNvPr id="160" name="Shape 29">
              <a:extLst>
                <a:ext uri="{FF2B5EF4-FFF2-40B4-BE49-F238E27FC236}">
                  <a16:creationId xmlns:a16="http://schemas.microsoft.com/office/drawing/2014/main" id="{E1BCE372-453A-C3F2-30DA-4E22930685F8}"/>
                </a:ext>
              </a:extLst>
            </p:cNvPr>
            <p:cNvSpPr/>
            <p:nvPr/>
          </p:nvSpPr>
          <p:spPr>
            <a:xfrm>
              <a:off x="7242048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600">
                <a:latin typeface="+mn-ea"/>
              </a:endParaRPr>
            </a:p>
          </p:txBody>
        </p:sp>
        <p:sp>
          <p:nvSpPr>
            <p:cNvPr id="161" name="Text 30">
              <a:extLst>
                <a:ext uri="{FF2B5EF4-FFF2-40B4-BE49-F238E27FC236}">
                  <a16:creationId xmlns:a16="http://schemas.microsoft.com/office/drawing/2014/main" id="{3D8BAB1B-F14F-6D4F-2CCA-CCF1D54987CD}"/>
                </a:ext>
              </a:extLst>
            </p:cNvPr>
            <p:cNvSpPr/>
            <p:nvPr/>
          </p:nvSpPr>
          <p:spPr>
            <a:xfrm>
              <a:off x="7242048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16</a:t>
              </a:r>
              <a:r>
                <a:rPr lang="en-US" altLang="ko-KR" sz="16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+</a:t>
              </a:r>
              <a:r>
                <a:rPr lang="en-US" altLang="ko-KR" sz="1600" dirty="0">
                  <a:solidFill>
                    <a:srgbClr val="00B050"/>
                  </a:solidFill>
                  <a:latin typeface="+mn-ea"/>
                </a:rPr>
                <a:t>32</a:t>
              </a:r>
              <a:endParaRPr lang="en-US" sz="1600" dirty="0">
                <a:latin typeface="+mn-ea"/>
              </a:endParaRPr>
            </a:p>
          </p:txBody>
        </p:sp>
        <p:sp>
          <p:nvSpPr>
            <p:cNvPr id="162" name="Shape 31">
              <a:extLst>
                <a:ext uri="{FF2B5EF4-FFF2-40B4-BE49-F238E27FC236}">
                  <a16:creationId xmlns:a16="http://schemas.microsoft.com/office/drawing/2014/main" id="{A9600BC7-9D65-E68C-3988-3E31D619793D}"/>
                </a:ext>
              </a:extLst>
            </p:cNvPr>
            <p:cNvSpPr/>
            <p:nvPr/>
          </p:nvSpPr>
          <p:spPr>
            <a:xfrm>
              <a:off x="7808976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600">
                <a:latin typeface="+mn-ea"/>
              </a:endParaRPr>
            </a:p>
          </p:txBody>
        </p:sp>
        <p:sp>
          <p:nvSpPr>
            <p:cNvPr id="163" name="Text 32">
              <a:extLst>
                <a:ext uri="{FF2B5EF4-FFF2-40B4-BE49-F238E27FC236}">
                  <a16:creationId xmlns:a16="http://schemas.microsoft.com/office/drawing/2014/main" id="{845EA19A-37A8-BE97-1DC7-B9075C6BDE8C}"/>
                </a:ext>
              </a:extLst>
            </p:cNvPr>
            <p:cNvSpPr/>
            <p:nvPr/>
          </p:nvSpPr>
          <p:spPr>
            <a:xfrm>
              <a:off x="7808976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5+</a:t>
              </a:r>
              <a:r>
                <a:rPr lang="en-US" altLang="ko-KR" sz="1600" dirty="0">
                  <a:solidFill>
                    <a:srgbClr val="0070C0"/>
                  </a:solidFill>
                  <a:latin typeface="+mn-ea"/>
                  <a:cs typeface="Consolas" pitchFamily="34" charset="-120"/>
                </a:rPr>
                <a:t>48</a:t>
              </a:r>
              <a:endParaRPr lang="en-US" sz="1600" dirty="0">
                <a:latin typeface="+mn-ea"/>
              </a:endParaRPr>
            </a:p>
          </p:txBody>
        </p:sp>
        <p:sp>
          <p:nvSpPr>
            <p:cNvPr id="164" name="Shape 33">
              <a:extLst>
                <a:ext uri="{FF2B5EF4-FFF2-40B4-BE49-F238E27FC236}">
                  <a16:creationId xmlns:a16="http://schemas.microsoft.com/office/drawing/2014/main" id="{BB512E82-AF38-0B0B-B4EE-A721B77F1474}"/>
                </a:ext>
              </a:extLst>
            </p:cNvPr>
            <p:cNvSpPr/>
            <p:nvPr/>
          </p:nvSpPr>
          <p:spPr>
            <a:xfrm>
              <a:off x="8375904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600">
                <a:latin typeface="+mn-ea"/>
              </a:endParaRPr>
            </a:p>
          </p:txBody>
        </p:sp>
        <p:sp>
          <p:nvSpPr>
            <p:cNvPr id="165" name="Text 34">
              <a:extLst>
                <a:ext uri="{FF2B5EF4-FFF2-40B4-BE49-F238E27FC236}">
                  <a16:creationId xmlns:a16="http://schemas.microsoft.com/office/drawing/2014/main" id="{63606620-7E89-A7DD-857A-B144A35E8888}"/>
                </a:ext>
              </a:extLst>
            </p:cNvPr>
            <p:cNvSpPr/>
            <p:nvPr/>
          </p:nvSpPr>
          <p:spPr>
            <a:xfrm>
              <a:off x="8375904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dirty="0">
                  <a:solidFill>
                    <a:srgbClr val="1E3A5F"/>
                  </a:solidFill>
                  <a:latin typeface="+mn-ea"/>
                </a:rPr>
                <a:t>8</a:t>
              </a:r>
              <a:r>
                <a:rPr lang="en-US" altLang="ko-KR" sz="16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+</a:t>
              </a:r>
              <a:r>
                <a:rPr lang="en-US" altLang="ko-KR" sz="1600" dirty="0">
                  <a:solidFill>
                    <a:srgbClr val="0070C0"/>
                  </a:solidFill>
                  <a:latin typeface="+mn-ea"/>
                  <a:cs typeface="Consolas" pitchFamily="34" charset="-120"/>
                </a:rPr>
                <a:t>48</a:t>
              </a:r>
              <a:endParaRPr lang="en-US" sz="1600" dirty="0">
                <a:latin typeface="+mn-ea"/>
              </a:endParaRPr>
            </a:p>
          </p:txBody>
        </p:sp>
        <p:sp>
          <p:nvSpPr>
            <p:cNvPr id="166" name="Shape 35">
              <a:extLst>
                <a:ext uri="{FF2B5EF4-FFF2-40B4-BE49-F238E27FC236}">
                  <a16:creationId xmlns:a16="http://schemas.microsoft.com/office/drawing/2014/main" id="{EEC8777E-A074-74EC-BB43-E9EB16D6FB04}"/>
                </a:ext>
              </a:extLst>
            </p:cNvPr>
            <p:cNvSpPr/>
            <p:nvPr/>
          </p:nvSpPr>
          <p:spPr>
            <a:xfrm>
              <a:off x="8942832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600">
                <a:latin typeface="+mn-ea"/>
              </a:endParaRPr>
            </a:p>
          </p:txBody>
        </p:sp>
        <p:sp>
          <p:nvSpPr>
            <p:cNvPr id="167" name="Text 36">
              <a:extLst>
                <a:ext uri="{FF2B5EF4-FFF2-40B4-BE49-F238E27FC236}">
                  <a16:creationId xmlns:a16="http://schemas.microsoft.com/office/drawing/2014/main" id="{BAEB674B-B034-C962-D415-1540C3A59298}"/>
                </a:ext>
              </a:extLst>
            </p:cNvPr>
            <p:cNvSpPr/>
            <p:nvPr/>
          </p:nvSpPr>
          <p:spPr>
            <a:xfrm>
              <a:off x="8942832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dirty="0">
                  <a:latin typeface="+mn-ea"/>
                </a:rPr>
                <a:t>11</a:t>
              </a:r>
              <a:r>
                <a:rPr lang="en-US" altLang="ko-KR" sz="16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+</a:t>
              </a:r>
              <a:r>
                <a:rPr lang="en-US" altLang="ko-KR" sz="1600" dirty="0">
                  <a:solidFill>
                    <a:srgbClr val="0070C0"/>
                  </a:solidFill>
                  <a:latin typeface="+mn-ea"/>
                  <a:cs typeface="Consolas" pitchFamily="34" charset="-120"/>
                </a:rPr>
                <a:t>48</a:t>
              </a:r>
              <a:endParaRPr lang="en-US" sz="1600" dirty="0">
                <a:latin typeface="+mn-ea"/>
              </a:endParaRPr>
            </a:p>
          </p:txBody>
        </p:sp>
        <p:sp>
          <p:nvSpPr>
            <p:cNvPr id="168" name="Shape 37">
              <a:extLst>
                <a:ext uri="{FF2B5EF4-FFF2-40B4-BE49-F238E27FC236}">
                  <a16:creationId xmlns:a16="http://schemas.microsoft.com/office/drawing/2014/main" id="{33B2235D-3B74-177D-7D50-3571420B1322}"/>
                </a:ext>
              </a:extLst>
            </p:cNvPr>
            <p:cNvSpPr/>
            <p:nvPr/>
          </p:nvSpPr>
          <p:spPr>
            <a:xfrm>
              <a:off x="9509760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600">
                <a:latin typeface="+mn-ea"/>
              </a:endParaRPr>
            </a:p>
          </p:txBody>
        </p:sp>
        <p:sp>
          <p:nvSpPr>
            <p:cNvPr id="169" name="Text 38">
              <a:extLst>
                <a:ext uri="{FF2B5EF4-FFF2-40B4-BE49-F238E27FC236}">
                  <a16:creationId xmlns:a16="http://schemas.microsoft.com/office/drawing/2014/main" id="{D0F72491-2BA2-81CC-2792-AA232B4AA1F5}"/>
                </a:ext>
              </a:extLst>
            </p:cNvPr>
            <p:cNvSpPr/>
            <p:nvPr/>
          </p:nvSpPr>
          <p:spPr>
            <a:xfrm>
              <a:off x="9509760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18</a:t>
              </a:r>
              <a:r>
                <a:rPr lang="en-US" altLang="ko-KR" sz="16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+</a:t>
              </a:r>
              <a:r>
                <a:rPr lang="en-US" altLang="ko-KR" sz="1600" dirty="0">
                  <a:solidFill>
                    <a:srgbClr val="0070C0"/>
                  </a:solidFill>
                  <a:latin typeface="+mn-ea"/>
                  <a:cs typeface="Consolas" pitchFamily="34" charset="-120"/>
                </a:rPr>
                <a:t>48</a:t>
              </a:r>
              <a:endParaRPr lang="en-US" sz="160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54838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989C8D-D8BA-57DF-CF2B-6A1463BAA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계층적 병렬 스캔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9B120C-C570-65C4-9AEF-3369CF3CB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>
                <a:solidFill>
                  <a:srgbClr val="0070C0"/>
                </a:solidFill>
                <a:latin typeface="+mn-ea"/>
                <a:ea typeface="+mn-ea"/>
              </a:rPr>
              <a:t>BLOCK_SIZE = 256</a:t>
            </a:r>
            <a:r>
              <a:rPr lang="en-US" altLang="ko-KR" sz="2000" dirty="0">
                <a:latin typeface="+mn-ea"/>
                <a:ea typeface="+mn-ea"/>
              </a:rPr>
              <a:t>, </a:t>
            </a:r>
            <a:r>
              <a:rPr lang="en-US" altLang="ko-KR" sz="2000" dirty="0">
                <a:solidFill>
                  <a:srgbClr val="0070C0"/>
                </a:solidFill>
                <a:latin typeface="+mn-ea"/>
                <a:ea typeface="+mn-ea"/>
              </a:rPr>
              <a:t>ARRAY_SIZE = 65536</a:t>
            </a:r>
            <a:r>
              <a:rPr lang="en-US" altLang="ko-KR" sz="2000" dirty="0">
                <a:latin typeface="+mn-ea"/>
                <a:ea typeface="+mn-ea"/>
              </a:rPr>
              <a:t>(=256 * 256)</a:t>
            </a:r>
          </a:p>
          <a:p>
            <a:r>
              <a:rPr lang="ko-KR" altLang="en-US" sz="2000" dirty="0">
                <a:latin typeface="+mn-ea"/>
                <a:ea typeface="+mn-ea"/>
              </a:rPr>
              <a:t>입력</a:t>
            </a:r>
            <a:r>
              <a:rPr lang="en-US" altLang="ko-KR" sz="2000" dirty="0">
                <a:latin typeface="+mn-ea"/>
                <a:ea typeface="+mn-ea"/>
              </a:rPr>
              <a:t>: </a:t>
            </a:r>
            <a:r>
              <a:rPr lang="ko-KR" altLang="en-US" sz="2000" dirty="0">
                <a:latin typeface="+mn-ea"/>
                <a:ea typeface="+mn-ea"/>
              </a:rPr>
              <a:t>전체 배열을 </a:t>
            </a:r>
            <a:r>
              <a:rPr lang="en-US" altLang="ko-KR" sz="2000" dirty="0">
                <a:latin typeface="+mn-ea"/>
                <a:ea typeface="+mn-ea"/>
              </a:rPr>
              <a:t>256</a:t>
            </a:r>
            <a:r>
              <a:rPr lang="ko-KR" altLang="en-US" sz="2000" dirty="0">
                <a:latin typeface="+mn-ea"/>
                <a:ea typeface="+mn-ea"/>
              </a:rPr>
              <a:t>개의 블록으로 나눔</a:t>
            </a:r>
          </a:p>
          <a:p>
            <a:pPr lvl="1"/>
            <a:endParaRPr lang="en-US" altLang="ko-KR" sz="1600" dirty="0">
              <a:latin typeface="+mn-ea"/>
              <a:ea typeface="+mn-ea"/>
            </a:endParaRPr>
          </a:p>
          <a:p>
            <a:pPr lvl="1"/>
            <a:endParaRPr lang="ko-KR" altLang="en-US" sz="1600" dirty="0">
              <a:latin typeface="+mn-ea"/>
              <a:ea typeface="+mn-ea"/>
            </a:endParaRPr>
          </a:p>
          <a:p>
            <a:r>
              <a:rPr lang="en-US" altLang="ko-KR" sz="2000" dirty="0">
                <a:latin typeface="+mn-ea"/>
                <a:ea typeface="+mn-ea"/>
              </a:rPr>
              <a:t>Step 1: </a:t>
            </a:r>
            <a:r>
              <a:rPr lang="ko-KR" altLang="en-US" sz="2000" dirty="0">
                <a:latin typeface="+mn-ea"/>
                <a:ea typeface="+mn-ea"/>
              </a:rPr>
              <a:t>각 블록을 독립적으로 스캔</a:t>
            </a:r>
            <a:r>
              <a:rPr lang="en-US" altLang="ko-KR" sz="2000" dirty="0">
                <a:latin typeface="+mn-ea"/>
                <a:ea typeface="+mn-ea"/>
              </a:rPr>
              <a:t>(Brent-Kung)</a:t>
            </a:r>
          </a:p>
          <a:p>
            <a:pPr lvl="1"/>
            <a:endParaRPr lang="en-US" altLang="ko-KR" sz="1600" dirty="0">
              <a:latin typeface="+mn-ea"/>
              <a:ea typeface="+mn-ea"/>
            </a:endParaRPr>
          </a:p>
          <a:p>
            <a:pPr lvl="1"/>
            <a:endParaRPr lang="en-US" altLang="ko-KR" sz="1600" dirty="0">
              <a:latin typeface="+mn-ea"/>
              <a:ea typeface="+mn-ea"/>
            </a:endParaRPr>
          </a:p>
          <a:p>
            <a:r>
              <a:rPr lang="en-US" altLang="ko-KR" sz="2000" dirty="0">
                <a:latin typeface="+mn-ea"/>
                <a:ea typeface="+mn-ea"/>
              </a:rPr>
              <a:t>Step 2: </a:t>
            </a:r>
            <a:r>
              <a:rPr lang="ko-KR" altLang="en-US" sz="2000" dirty="0">
                <a:latin typeface="+mn-ea"/>
                <a:ea typeface="+mn-ea"/>
              </a:rPr>
              <a:t>각 블록의 마지막 값</a:t>
            </a:r>
            <a:r>
              <a:rPr lang="en-US" altLang="ko-KR" sz="2000" dirty="0">
                <a:latin typeface="+mn-ea"/>
                <a:ea typeface="+mn-ea"/>
              </a:rPr>
              <a:t>(</a:t>
            </a:r>
            <a:r>
              <a:rPr lang="ko-KR" altLang="en-US" sz="2000" dirty="0">
                <a:latin typeface="+mn-ea"/>
                <a:ea typeface="+mn-ea"/>
              </a:rPr>
              <a:t>부분합</a:t>
            </a:r>
            <a:r>
              <a:rPr lang="en-US" altLang="ko-KR" sz="2000" dirty="0">
                <a:latin typeface="+mn-ea"/>
                <a:ea typeface="+mn-ea"/>
              </a:rPr>
              <a:t>)</a:t>
            </a:r>
            <a:r>
              <a:rPr lang="ko-KR" altLang="en-US" sz="2000" dirty="0">
                <a:latin typeface="+mn-ea"/>
                <a:ea typeface="+mn-ea"/>
              </a:rPr>
              <a:t>들로 보조 배열 </a:t>
            </a:r>
            <a:r>
              <a:rPr lang="en-US" altLang="ko-KR" sz="2000" dirty="0">
                <a:latin typeface="+mn-ea"/>
                <a:ea typeface="+mn-ea"/>
              </a:rPr>
              <a:t>S(</a:t>
            </a:r>
            <a:r>
              <a:rPr lang="ko-KR" altLang="en-US" sz="2000" dirty="0">
                <a:latin typeface="+mn-ea"/>
                <a:ea typeface="+mn-ea"/>
              </a:rPr>
              <a:t>크기 </a:t>
            </a:r>
            <a:r>
              <a:rPr lang="en-US" altLang="ko-KR" sz="2000" dirty="0">
                <a:latin typeface="+mn-ea"/>
                <a:ea typeface="+mn-ea"/>
              </a:rPr>
              <a:t>256)</a:t>
            </a:r>
            <a:r>
              <a:rPr lang="ko-KR" altLang="en-US" sz="2000" dirty="0">
                <a:latin typeface="+mn-ea"/>
                <a:ea typeface="+mn-ea"/>
              </a:rPr>
              <a:t>를 만들고</a:t>
            </a:r>
            <a:r>
              <a:rPr lang="en-US" altLang="ko-KR" sz="2000" dirty="0">
                <a:latin typeface="+mn-ea"/>
                <a:ea typeface="+mn-ea"/>
              </a:rPr>
              <a:t>, S</a:t>
            </a:r>
            <a:r>
              <a:rPr lang="ko-KR" altLang="en-US" sz="2000" dirty="0">
                <a:latin typeface="+mn-ea"/>
                <a:ea typeface="+mn-ea"/>
              </a:rPr>
              <a:t>를 스캔</a:t>
            </a:r>
          </a:p>
          <a:p>
            <a:pPr lvl="1"/>
            <a:endParaRPr lang="en-US" altLang="ko-KR" sz="1600" dirty="0">
              <a:latin typeface="+mn-ea"/>
              <a:ea typeface="+mn-ea"/>
            </a:endParaRPr>
          </a:p>
          <a:p>
            <a:pPr lvl="1"/>
            <a:endParaRPr lang="ko-KR" altLang="en-US" sz="1600" dirty="0">
              <a:latin typeface="+mn-ea"/>
              <a:ea typeface="+mn-ea"/>
            </a:endParaRPr>
          </a:p>
          <a:p>
            <a:pPr lvl="1"/>
            <a:endParaRPr lang="en-US" altLang="ko-KR" sz="1600" dirty="0">
              <a:latin typeface="+mn-ea"/>
              <a:ea typeface="+mn-ea"/>
            </a:endParaRPr>
          </a:p>
          <a:p>
            <a:pPr lvl="1"/>
            <a:endParaRPr lang="en-US" altLang="ko-KR" sz="1600" dirty="0">
              <a:latin typeface="+mn-ea"/>
              <a:ea typeface="+mn-ea"/>
            </a:endParaRPr>
          </a:p>
          <a:p>
            <a:r>
              <a:rPr lang="en-US" altLang="ko-KR" sz="2000" dirty="0">
                <a:latin typeface="+mn-ea"/>
                <a:ea typeface="+mn-ea"/>
              </a:rPr>
              <a:t>Step 3: </a:t>
            </a:r>
            <a:r>
              <a:rPr lang="ko-KR" altLang="en-US" sz="2000" dirty="0">
                <a:latin typeface="+mn-ea"/>
                <a:ea typeface="+mn-ea"/>
              </a:rPr>
              <a:t>각 블록의 모든 원소에 앞 블록까지의 누적합을 더해 전파</a:t>
            </a:r>
          </a:p>
          <a:p>
            <a:endParaRPr lang="ko-KR" altLang="en-US" sz="2000" dirty="0">
              <a:latin typeface="+mn-ea"/>
              <a:ea typeface="+mn-ea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D5A1437-4B6B-82A9-E030-BFF9D997D8A5}"/>
              </a:ext>
            </a:extLst>
          </p:cNvPr>
          <p:cNvGrpSpPr/>
          <p:nvPr/>
        </p:nvGrpSpPr>
        <p:grpSpPr>
          <a:xfrm>
            <a:off x="838200" y="3358778"/>
            <a:ext cx="10515600" cy="489494"/>
            <a:chOff x="1005840" y="1234440"/>
            <a:chExt cx="9025494" cy="384048"/>
          </a:xfrm>
        </p:grpSpPr>
        <p:sp>
          <p:nvSpPr>
            <p:cNvPr id="5" name="Shape 7">
              <a:extLst>
                <a:ext uri="{FF2B5EF4-FFF2-40B4-BE49-F238E27FC236}">
                  <a16:creationId xmlns:a16="http://schemas.microsoft.com/office/drawing/2014/main" id="{0749551D-FF05-8FD7-501E-F7F5945B546F}"/>
                </a:ext>
              </a:extLst>
            </p:cNvPr>
            <p:cNvSpPr/>
            <p:nvPr/>
          </p:nvSpPr>
          <p:spPr>
            <a:xfrm>
              <a:off x="1005840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6" name="Text 8">
              <a:extLst>
                <a:ext uri="{FF2B5EF4-FFF2-40B4-BE49-F238E27FC236}">
                  <a16:creationId xmlns:a16="http://schemas.microsoft.com/office/drawing/2014/main" id="{837691FA-9D5B-D70B-3A4B-484BD4C9D122}"/>
                </a:ext>
              </a:extLst>
            </p:cNvPr>
            <p:cNvSpPr/>
            <p:nvPr/>
          </p:nvSpPr>
          <p:spPr>
            <a:xfrm>
              <a:off x="1005840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x0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7" name="Shape 9">
              <a:extLst>
                <a:ext uri="{FF2B5EF4-FFF2-40B4-BE49-F238E27FC236}">
                  <a16:creationId xmlns:a16="http://schemas.microsoft.com/office/drawing/2014/main" id="{C8934DB9-C7C6-D878-98DE-9FBF95001883}"/>
                </a:ext>
              </a:extLst>
            </p:cNvPr>
            <p:cNvSpPr/>
            <p:nvPr/>
          </p:nvSpPr>
          <p:spPr>
            <a:xfrm>
              <a:off x="1572768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8" name="Text 10">
              <a:extLst>
                <a:ext uri="{FF2B5EF4-FFF2-40B4-BE49-F238E27FC236}">
                  <a16:creationId xmlns:a16="http://schemas.microsoft.com/office/drawing/2014/main" id="{C4A275BE-0E2C-2F3E-5A1D-FD31E65BFE73}"/>
                </a:ext>
              </a:extLst>
            </p:cNvPr>
            <p:cNvSpPr/>
            <p:nvPr/>
          </p:nvSpPr>
          <p:spPr>
            <a:xfrm>
              <a:off x="1572768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x0~</a:t>
              </a: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x1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9" name="Shape 11">
              <a:extLst>
                <a:ext uri="{FF2B5EF4-FFF2-40B4-BE49-F238E27FC236}">
                  <a16:creationId xmlns:a16="http://schemas.microsoft.com/office/drawing/2014/main" id="{5A3A881A-5AD0-A13A-05DC-8D3C17939B5D}"/>
                </a:ext>
              </a:extLst>
            </p:cNvPr>
            <p:cNvSpPr/>
            <p:nvPr/>
          </p:nvSpPr>
          <p:spPr>
            <a:xfrm>
              <a:off x="2139696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10" name="Text 12">
              <a:extLst>
                <a:ext uri="{FF2B5EF4-FFF2-40B4-BE49-F238E27FC236}">
                  <a16:creationId xmlns:a16="http://schemas.microsoft.com/office/drawing/2014/main" id="{168E1BA1-5DA7-C4D2-CF14-054101FEC27D}"/>
                </a:ext>
              </a:extLst>
            </p:cNvPr>
            <p:cNvSpPr/>
            <p:nvPr/>
          </p:nvSpPr>
          <p:spPr>
            <a:xfrm>
              <a:off x="2139696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…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11" name="Shape 13">
              <a:extLst>
                <a:ext uri="{FF2B5EF4-FFF2-40B4-BE49-F238E27FC236}">
                  <a16:creationId xmlns:a16="http://schemas.microsoft.com/office/drawing/2014/main" id="{BEE3B0A7-A2B5-B2D5-EEEC-AD94D2D410ED}"/>
                </a:ext>
              </a:extLst>
            </p:cNvPr>
            <p:cNvSpPr/>
            <p:nvPr/>
          </p:nvSpPr>
          <p:spPr>
            <a:xfrm>
              <a:off x="2706624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12" name="Text 14">
              <a:extLst>
                <a:ext uri="{FF2B5EF4-FFF2-40B4-BE49-F238E27FC236}">
                  <a16:creationId xmlns:a16="http://schemas.microsoft.com/office/drawing/2014/main" id="{159318D4-31BA-516E-9C18-1ADA141D1C6E}"/>
                </a:ext>
              </a:extLst>
            </p:cNvPr>
            <p:cNvSpPr/>
            <p:nvPr/>
          </p:nvSpPr>
          <p:spPr>
            <a:xfrm>
              <a:off x="2706624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C00000"/>
                  </a:solidFill>
                  <a:latin typeface="+mn-ea"/>
                  <a:cs typeface="Consolas" pitchFamily="34" charset="-120"/>
                </a:rPr>
                <a:t>x0~</a:t>
              </a: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C00000"/>
                  </a:solidFill>
                  <a:latin typeface="+mn-ea"/>
                  <a:cs typeface="Consolas" pitchFamily="34" charset="-120"/>
                </a:rPr>
                <a:t>x255</a:t>
              </a:r>
              <a:endParaRPr lang="en-US" sz="1100" dirty="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13" name="Shape 15">
              <a:extLst>
                <a:ext uri="{FF2B5EF4-FFF2-40B4-BE49-F238E27FC236}">
                  <a16:creationId xmlns:a16="http://schemas.microsoft.com/office/drawing/2014/main" id="{CEDF4DCC-4B8B-F537-BCB0-7D95A5859D11}"/>
                </a:ext>
              </a:extLst>
            </p:cNvPr>
            <p:cNvSpPr/>
            <p:nvPr/>
          </p:nvSpPr>
          <p:spPr>
            <a:xfrm>
              <a:off x="3273552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14" name="Text 16">
              <a:extLst>
                <a:ext uri="{FF2B5EF4-FFF2-40B4-BE49-F238E27FC236}">
                  <a16:creationId xmlns:a16="http://schemas.microsoft.com/office/drawing/2014/main" id="{9745FEA0-B8E6-45C2-FE4E-B50413151D52}"/>
                </a:ext>
              </a:extLst>
            </p:cNvPr>
            <p:cNvSpPr/>
            <p:nvPr/>
          </p:nvSpPr>
          <p:spPr>
            <a:xfrm>
              <a:off x="3273552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x256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15" name="Shape 17">
              <a:extLst>
                <a:ext uri="{FF2B5EF4-FFF2-40B4-BE49-F238E27FC236}">
                  <a16:creationId xmlns:a16="http://schemas.microsoft.com/office/drawing/2014/main" id="{0ACB4FD4-ED93-5CF7-59A8-ACF687077A12}"/>
                </a:ext>
              </a:extLst>
            </p:cNvPr>
            <p:cNvSpPr/>
            <p:nvPr/>
          </p:nvSpPr>
          <p:spPr>
            <a:xfrm>
              <a:off x="3840480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16" name="Text 18">
              <a:extLst>
                <a:ext uri="{FF2B5EF4-FFF2-40B4-BE49-F238E27FC236}">
                  <a16:creationId xmlns:a16="http://schemas.microsoft.com/office/drawing/2014/main" id="{38949D11-B3FC-D5B9-9071-9619FB44C27A}"/>
                </a:ext>
              </a:extLst>
            </p:cNvPr>
            <p:cNvSpPr/>
            <p:nvPr/>
          </p:nvSpPr>
          <p:spPr>
            <a:xfrm>
              <a:off x="3840480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x256~</a:t>
              </a: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x257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17" name="Shape 19">
              <a:extLst>
                <a:ext uri="{FF2B5EF4-FFF2-40B4-BE49-F238E27FC236}">
                  <a16:creationId xmlns:a16="http://schemas.microsoft.com/office/drawing/2014/main" id="{1F443E9B-82B6-950A-0D93-99B0026EBD37}"/>
                </a:ext>
              </a:extLst>
            </p:cNvPr>
            <p:cNvSpPr/>
            <p:nvPr/>
          </p:nvSpPr>
          <p:spPr>
            <a:xfrm>
              <a:off x="4407408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18" name="Text 20">
              <a:extLst>
                <a:ext uri="{FF2B5EF4-FFF2-40B4-BE49-F238E27FC236}">
                  <a16:creationId xmlns:a16="http://schemas.microsoft.com/office/drawing/2014/main" id="{1A2505BC-5A6A-A484-2C63-3211D20CC771}"/>
                </a:ext>
              </a:extLst>
            </p:cNvPr>
            <p:cNvSpPr/>
            <p:nvPr/>
          </p:nvSpPr>
          <p:spPr>
            <a:xfrm>
              <a:off x="4407408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…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19" name="Shape 21">
              <a:extLst>
                <a:ext uri="{FF2B5EF4-FFF2-40B4-BE49-F238E27FC236}">
                  <a16:creationId xmlns:a16="http://schemas.microsoft.com/office/drawing/2014/main" id="{7081C2F5-D06F-356B-6A60-F4507151E316}"/>
                </a:ext>
              </a:extLst>
            </p:cNvPr>
            <p:cNvSpPr/>
            <p:nvPr/>
          </p:nvSpPr>
          <p:spPr>
            <a:xfrm>
              <a:off x="4974336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20" name="Text 22">
              <a:extLst>
                <a:ext uri="{FF2B5EF4-FFF2-40B4-BE49-F238E27FC236}">
                  <a16:creationId xmlns:a16="http://schemas.microsoft.com/office/drawing/2014/main" id="{375D65BF-132B-4176-7664-06CBDBC491C8}"/>
                </a:ext>
              </a:extLst>
            </p:cNvPr>
            <p:cNvSpPr/>
            <p:nvPr/>
          </p:nvSpPr>
          <p:spPr>
            <a:xfrm>
              <a:off x="4974336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C00000"/>
                  </a:solidFill>
                  <a:latin typeface="+mn-ea"/>
                  <a:cs typeface="Consolas" pitchFamily="34" charset="-120"/>
                </a:rPr>
                <a:t>x256~</a:t>
              </a: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C00000"/>
                  </a:solidFill>
                  <a:latin typeface="+mn-ea"/>
                  <a:cs typeface="Consolas" pitchFamily="34" charset="-120"/>
                </a:rPr>
                <a:t>x511</a:t>
              </a:r>
              <a:endParaRPr lang="en-US" sz="1100" dirty="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21" name="Shape 23">
              <a:extLst>
                <a:ext uri="{FF2B5EF4-FFF2-40B4-BE49-F238E27FC236}">
                  <a16:creationId xmlns:a16="http://schemas.microsoft.com/office/drawing/2014/main" id="{11A99A25-9086-8E0F-CB30-21BF398D8AAB}"/>
                </a:ext>
              </a:extLst>
            </p:cNvPr>
            <p:cNvSpPr/>
            <p:nvPr/>
          </p:nvSpPr>
          <p:spPr>
            <a:xfrm>
              <a:off x="5541264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22" name="Text 24">
              <a:extLst>
                <a:ext uri="{FF2B5EF4-FFF2-40B4-BE49-F238E27FC236}">
                  <a16:creationId xmlns:a16="http://schemas.microsoft.com/office/drawing/2014/main" id="{A02498EE-DC67-3F36-F6C4-29620BA5397C}"/>
                </a:ext>
              </a:extLst>
            </p:cNvPr>
            <p:cNvSpPr/>
            <p:nvPr/>
          </p:nvSpPr>
          <p:spPr>
            <a:xfrm>
              <a:off x="5541264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x512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23" name="Shape 25">
              <a:extLst>
                <a:ext uri="{FF2B5EF4-FFF2-40B4-BE49-F238E27FC236}">
                  <a16:creationId xmlns:a16="http://schemas.microsoft.com/office/drawing/2014/main" id="{C9ABF86B-6500-1AB5-371B-30340A4D2FE3}"/>
                </a:ext>
              </a:extLst>
            </p:cNvPr>
            <p:cNvSpPr/>
            <p:nvPr/>
          </p:nvSpPr>
          <p:spPr>
            <a:xfrm>
              <a:off x="6108192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24" name="Text 26">
              <a:extLst>
                <a:ext uri="{FF2B5EF4-FFF2-40B4-BE49-F238E27FC236}">
                  <a16:creationId xmlns:a16="http://schemas.microsoft.com/office/drawing/2014/main" id="{285C5234-DF3A-2BCC-B654-788BBE81783F}"/>
                </a:ext>
              </a:extLst>
            </p:cNvPr>
            <p:cNvSpPr/>
            <p:nvPr/>
          </p:nvSpPr>
          <p:spPr>
            <a:xfrm>
              <a:off x="6108192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latin typeface="+mn-ea"/>
                </a:rPr>
                <a:t>…</a:t>
              </a:r>
            </a:p>
          </p:txBody>
        </p:sp>
        <p:sp>
          <p:nvSpPr>
            <p:cNvPr id="25" name="Shape 27">
              <a:extLst>
                <a:ext uri="{FF2B5EF4-FFF2-40B4-BE49-F238E27FC236}">
                  <a16:creationId xmlns:a16="http://schemas.microsoft.com/office/drawing/2014/main" id="{F19DEFBF-11B3-0118-D1A2-08943FE719C3}"/>
                </a:ext>
              </a:extLst>
            </p:cNvPr>
            <p:cNvSpPr/>
            <p:nvPr/>
          </p:nvSpPr>
          <p:spPr>
            <a:xfrm>
              <a:off x="6675120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26" name="Text 28">
              <a:extLst>
                <a:ext uri="{FF2B5EF4-FFF2-40B4-BE49-F238E27FC236}">
                  <a16:creationId xmlns:a16="http://schemas.microsoft.com/office/drawing/2014/main" id="{134C77A2-380A-9986-A584-C22B75119BC4}"/>
                </a:ext>
              </a:extLst>
            </p:cNvPr>
            <p:cNvSpPr/>
            <p:nvPr/>
          </p:nvSpPr>
          <p:spPr>
            <a:xfrm>
              <a:off x="6675120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…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27" name="Shape 29">
              <a:extLst>
                <a:ext uri="{FF2B5EF4-FFF2-40B4-BE49-F238E27FC236}">
                  <a16:creationId xmlns:a16="http://schemas.microsoft.com/office/drawing/2014/main" id="{817C1DC8-7C09-1D03-E01F-13F8AC05F7BD}"/>
                </a:ext>
              </a:extLst>
            </p:cNvPr>
            <p:cNvSpPr/>
            <p:nvPr/>
          </p:nvSpPr>
          <p:spPr>
            <a:xfrm>
              <a:off x="7242048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28" name="Text 30">
              <a:extLst>
                <a:ext uri="{FF2B5EF4-FFF2-40B4-BE49-F238E27FC236}">
                  <a16:creationId xmlns:a16="http://schemas.microsoft.com/office/drawing/2014/main" id="{AC3E51CC-F0A7-4000-5F47-A15391F10F61}"/>
                </a:ext>
              </a:extLst>
            </p:cNvPr>
            <p:cNvSpPr/>
            <p:nvPr/>
          </p:nvSpPr>
          <p:spPr>
            <a:xfrm>
              <a:off x="7242048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C00000"/>
                  </a:solidFill>
                  <a:latin typeface="+mn-ea"/>
                  <a:cs typeface="Consolas" pitchFamily="34" charset="-120"/>
                </a:rPr>
                <a:t>x65024~</a:t>
              </a: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C00000"/>
                  </a:solidFill>
                  <a:latin typeface="+mn-ea"/>
                  <a:cs typeface="Consolas" pitchFamily="34" charset="-120"/>
                </a:rPr>
                <a:t>x65279</a:t>
              </a:r>
              <a:endParaRPr lang="en-US" sz="1100" dirty="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29" name="Shape 31">
              <a:extLst>
                <a:ext uri="{FF2B5EF4-FFF2-40B4-BE49-F238E27FC236}">
                  <a16:creationId xmlns:a16="http://schemas.microsoft.com/office/drawing/2014/main" id="{332EE614-D2DA-A246-613C-107DFD0DD802}"/>
                </a:ext>
              </a:extLst>
            </p:cNvPr>
            <p:cNvSpPr/>
            <p:nvPr/>
          </p:nvSpPr>
          <p:spPr>
            <a:xfrm>
              <a:off x="7808976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30" name="Text 32">
              <a:extLst>
                <a:ext uri="{FF2B5EF4-FFF2-40B4-BE49-F238E27FC236}">
                  <a16:creationId xmlns:a16="http://schemas.microsoft.com/office/drawing/2014/main" id="{F09470C4-1945-EE27-2842-E4A5D07B46FE}"/>
                </a:ext>
              </a:extLst>
            </p:cNvPr>
            <p:cNvSpPr/>
            <p:nvPr/>
          </p:nvSpPr>
          <p:spPr>
            <a:xfrm>
              <a:off x="7808976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x65280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31" name="Shape 33">
              <a:extLst>
                <a:ext uri="{FF2B5EF4-FFF2-40B4-BE49-F238E27FC236}">
                  <a16:creationId xmlns:a16="http://schemas.microsoft.com/office/drawing/2014/main" id="{DD434526-A7ED-C7B5-F0C5-7B24D3497E23}"/>
                </a:ext>
              </a:extLst>
            </p:cNvPr>
            <p:cNvSpPr/>
            <p:nvPr/>
          </p:nvSpPr>
          <p:spPr>
            <a:xfrm>
              <a:off x="8375904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32" name="Text 34">
              <a:extLst>
                <a:ext uri="{FF2B5EF4-FFF2-40B4-BE49-F238E27FC236}">
                  <a16:creationId xmlns:a16="http://schemas.microsoft.com/office/drawing/2014/main" id="{35F6AC58-B6A5-5060-7C6E-848053B4E7D7}"/>
                </a:ext>
              </a:extLst>
            </p:cNvPr>
            <p:cNvSpPr/>
            <p:nvPr/>
          </p:nvSpPr>
          <p:spPr>
            <a:xfrm>
              <a:off x="8375904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x65280~</a:t>
              </a: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x65281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33" name="Shape 35">
              <a:extLst>
                <a:ext uri="{FF2B5EF4-FFF2-40B4-BE49-F238E27FC236}">
                  <a16:creationId xmlns:a16="http://schemas.microsoft.com/office/drawing/2014/main" id="{07B3F516-5FD0-AEF1-ED97-F3FDA606315C}"/>
                </a:ext>
              </a:extLst>
            </p:cNvPr>
            <p:cNvSpPr/>
            <p:nvPr/>
          </p:nvSpPr>
          <p:spPr>
            <a:xfrm>
              <a:off x="8942832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34" name="Text 36">
              <a:extLst>
                <a:ext uri="{FF2B5EF4-FFF2-40B4-BE49-F238E27FC236}">
                  <a16:creationId xmlns:a16="http://schemas.microsoft.com/office/drawing/2014/main" id="{ABE925BD-3D6D-310F-E324-3F98516F2703}"/>
                </a:ext>
              </a:extLst>
            </p:cNvPr>
            <p:cNvSpPr/>
            <p:nvPr/>
          </p:nvSpPr>
          <p:spPr>
            <a:xfrm>
              <a:off x="8942832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latin typeface="+mn-ea"/>
                </a:rPr>
                <a:t>…</a:t>
              </a:r>
            </a:p>
          </p:txBody>
        </p:sp>
        <p:sp>
          <p:nvSpPr>
            <p:cNvPr id="35" name="Shape 37">
              <a:extLst>
                <a:ext uri="{FF2B5EF4-FFF2-40B4-BE49-F238E27FC236}">
                  <a16:creationId xmlns:a16="http://schemas.microsoft.com/office/drawing/2014/main" id="{6BFE9CCA-68CF-0EA2-5105-9F314DBD8117}"/>
                </a:ext>
              </a:extLst>
            </p:cNvPr>
            <p:cNvSpPr/>
            <p:nvPr/>
          </p:nvSpPr>
          <p:spPr>
            <a:xfrm>
              <a:off x="9509760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36" name="Text 38">
              <a:extLst>
                <a:ext uri="{FF2B5EF4-FFF2-40B4-BE49-F238E27FC236}">
                  <a16:creationId xmlns:a16="http://schemas.microsoft.com/office/drawing/2014/main" id="{1FEE4E24-7A6B-6089-2DEE-63A828600618}"/>
                </a:ext>
              </a:extLst>
            </p:cNvPr>
            <p:cNvSpPr/>
            <p:nvPr/>
          </p:nvSpPr>
          <p:spPr>
            <a:xfrm>
              <a:off x="9509760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C00000"/>
                  </a:solidFill>
                  <a:latin typeface="+mn-ea"/>
                  <a:cs typeface="Consolas" pitchFamily="34" charset="-120"/>
                </a:rPr>
                <a:t>x65280~</a:t>
              </a: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C00000"/>
                  </a:solidFill>
                  <a:latin typeface="+mn-ea"/>
                  <a:cs typeface="Consolas" pitchFamily="34" charset="-120"/>
                </a:rPr>
                <a:t>x65535</a:t>
              </a:r>
              <a:endParaRPr lang="en-US" sz="1100" dirty="0">
                <a:solidFill>
                  <a:srgbClr val="C00000"/>
                </a:solidFill>
                <a:latin typeface="+mn-ea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35E60349-CAE1-5967-13AD-C68602248D21}"/>
              </a:ext>
            </a:extLst>
          </p:cNvPr>
          <p:cNvGrpSpPr/>
          <p:nvPr/>
        </p:nvGrpSpPr>
        <p:grpSpPr>
          <a:xfrm>
            <a:off x="838200" y="2384430"/>
            <a:ext cx="10515600" cy="489494"/>
            <a:chOff x="1005840" y="1234440"/>
            <a:chExt cx="9025494" cy="384048"/>
          </a:xfrm>
        </p:grpSpPr>
        <p:sp>
          <p:nvSpPr>
            <p:cNvPr id="38" name="Shape 7">
              <a:extLst>
                <a:ext uri="{FF2B5EF4-FFF2-40B4-BE49-F238E27FC236}">
                  <a16:creationId xmlns:a16="http://schemas.microsoft.com/office/drawing/2014/main" id="{5F47917D-710C-34DE-3272-DE84DE06EA82}"/>
                </a:ext>
              </a:extLst>
            </p:cNvPr>
            <p:cNvSpPr/>
            <p:nvPr/>
          </p:nvSpPr>
          <p:spPr>
            <a:xfrm>
              <a:off x="1005840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39" name="Text 8">
              <a:extLst>
                <a:ext uri="{FF2B5EF4-FFF2-40B4-BE49-F238E27FC236}">
                  <a16:creationId xmlns:a16="http://schemas.microsoft.com/office/drawing/2014/main" id="{4439C714-A187-ECA6-6305-6903F9586E05}"/>
                </a:ext>
              </a:extLst>
            </p:cNvPr>
            <p:cNvSpPr/>
            <p:nvPr/>
          </p:nvSpPr>
          <p:spPr>
            <a:xfrm>
              <a:off x="1005840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x0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40" name="Shape 9">
              <a:extLst>
                <a:ext uri="{FF2B5EF4-FFF2-40B4-BE49-F238E27FC236}">
                  <a16:creationId xmlns:a16="http://schemas.microsoft.com/office/drawing/2014/main" id="{44A348F9-550A-DA83-3745-8DD9D04290ED}"/>
                </a:ext>
              </a:extLst>
            </p:cNvPr>
            <p:cNvSpPr/>
            <p:nvPr/>
          </p:nvSpPr>
          <p:spPr>
            <a:xfrm>
              <a:off x="1572768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41" name="Text 10">
              <a:extLst>
                <a:ext uri="{FF2B5EF4-FFF2-40B4-BE49-F238E27FC236}">
                  <a16:creationId xmlns:a16="http://schemas.microsoft.com/office/drawing/2014/main" id="{3E430D72-A801-9E6A-F5D2-76D43619A5E8}"/>
                </a:ext>
              </a:extLst>
            </p:cNvPr>
            <p:cNvSpPr/>
            <p:nvPr/>
          </p:nvSpPr>
          <p:spPr>
            <a:xfrm>
              <a:off x="1572768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x1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42" name="Shape 11">
              <a:extLst>
                <a:ext uri="{FF2B5EF4-FFF2-40B4-BE49-F238E27FC236}">
                  <a16:creationId xmlns:a16="http://schemas.microsoft.com/office/drawing/2014/main" id="{66BB383D-DBEE-5624-B88A-47D22AB30FBE}"/>
                </a:ext>
              </a:extLst>
            </p:cNvPr>
            <p:cNvSpPr/>
            <p:nvPr/>
          </p:nvSpPr>
          <p:spPr>
            <a:xfrm>
              <a:off x="2139696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43" name="Text 12">
              <a:extLst>
                <a:ext uri="{FF2B5EF4-FFF2-40B4-BE49-F238E27FC236}">
                  <a16:creationId xmlns:a16="http://schemas.microsoft.com/office/drawing/2014/main" id="{BB7525CF-4E9C-E7C1-941C-C23740DAE091}"/>
                </a:ext>
              </a:extLst>
            </p:cNvPr>
            <p:cNvSpPr/>
            <p:nvPr/>
          </p:nvSpPr>
          <p:spPr>
            <a:xfrm>
              <a:off x="2139696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…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44" name="Shape 13">
              <a:extLst>
                <a:ext uri="{FF2B5EF4-FFF2-40B4-BE49-F238E27FC236}">
                  <a16:creationId xmlns:a16="http://schemas.microsoft.com/office/drawing/2014/main" id="{B34E27BE-1177-DB53-DF50-97A3A6DEE1D0}"/>
                </a:ext>
              </a:extLst>
            </p:cNvPr>
            <p:cNvSpPr/>
            <p:nvPr/>
          </p:nvSpPr>
          <p:spPr>
            <a:xfrm>
              <a:off x="2706624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45" name="Text 14">
              <a:extLst>
                <a:ext uri="{FF2B5EF4-FFF2-40B4-BE49-F238E27FC236}">
                  <a16:creationId xmlns:a16="http://schemas.microsoft.com/office/drawing/2014/main" id="{018D6687-797A-ACA6-258B-C711E4641E38}"/>
                </a:ext>
              </a:extLst>
            </p:cNvPr>
            <p:cNvSpPr/>
            <p:nvPr/>
          </p:nvSpPr>
          <p:spPr>
            <a:xfrm>
              <a:off x="2706624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x255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46" name="Shape 15">
              <a:extLst>
                <a:ext uri="{FF2B5EF4-FFF2-40B4-BE49-F238E27FC236}">
                  <a16:creationId xmlns:a16="http://schemas.microsoft.com/office/drawing/2014/main" id="{39B53B3C-8872-7AE4-A9B7-5F9F7E23C7FD}"/>
                </a:ext>
              </a:extLst>
            </p:cNvPr>
            <p:cNvSpPr/>
            <p:nvPr/>
          </p:nvSpPr>
          <p:spPr>
            <a:xfrm>
              <a:off x="3273552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47" name="Text 16">
              <a:extLst>
                <a:ext uri="{FF2B5EF4-FFF2-40B4-BE49-F238E27FC236}">
                  <a16:creationId xmlns:a16="http://schemas.microsoft.com/office/drawing/2014/main" id="{79BD283B-C36C-1E0C-2037-3C6985FCBA35}"/>
                </a:ext>
              </a:extLst>
            </p:cNvPr>
            <p:cNvSpPr/>
            <p:nvPr/>
          </p:nvSpPr>
          <p:spPr>
            <a:xfrm>
              <a:off x="3273552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x256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48" name="Shape 17">
              <a:extLst>
                <a:ext uri="{FF2B5EF4-FFF2-40B4-BE49-F238E27FC236}">
                  <a16:creationId xmlns:a16="http://schemas.microsoft.com/office/drawing/2014/main" id="{DD301ED4-DEE3-5717-1377-78F570FCE271}"/>
                </a:ext>
              </a:extLst>
            </p:cNvPr>
            <p:cNvSpPr/>
            <p:nvPr/>
          </p:nvSpPr>
          <p:spPr>
            <a:xfrm>
              <a:off x="3840480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49" name="Text 18">
              <a:extLst>
                <a:ext uri="{FF2B5EF4-FFF2-40B4-BE49-F238E27FC236}">
                  <a16:creationId xmlns:a16="http://schemas.microsoft.com/office/drawing/2014/main" id="{BD0A9E74-CF7B-003D-2DB6-71CC2EDB9DF3}"/>
                </a:ext>
              </a:extLst>
            </p:cNvPr>
            <p:cNvSpPr/>
            <p:nvPr/>
          </p:nvSpPr>
          <p:spPr>
            <a:xfrm>
              <a:off x="3840480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x257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50" name="Shape 19">
              <a:extLst>
                <a:ext uri="{FF2B5EF4-FFF2-40B4-BE49-F238E27FC236}">
                  <a16:creationId xmlns:a16="http://schemas.microsoft.com/office/drawing/2014/main" id="{FE225E59-8161-E541-5400-1FF987537C59}"/>
                </a:ext>
              </a:extLst>
            </p:cNvPr>
            <p:cNvSpPr/>
            <p:nvPr/>
          </p:nvSpPr>
          <p:spPr>
            <a:xfrm>
              <a:off x="4407408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51" name="Text 20">
              <a:extLst>
                <a:ext uri="{FF2B5EF4-FFF2-40B4-BE49-F238E27FC236}">
                  <a16:creationId xmlns:a16="http://schemas.microsoft.com/office/drawing/2014/main" id="{7ACFBF4A-6430-F6FB-E6C7-78600B843CFD}"/>
                </a:ext>
              </a:extLst>
            </p:cNvPr>
            <p:cNvSpPr/>
            <p:nvPr/>
          </p:nvSpPr>
          <p:spPr>
            <a:xfrm>
              <a:off x="4407408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…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52" name="Shape 21">
              <a:extLst>
                <a:ext uri="{FF2B5EF4-FFF2-40B4-BE49-F238E27FC236}">
                  <a16:creationId xmlns:a16="http://schemas.microsoft.com/office/drawing/2014/main" id="{41BC418A-E32B-B2CB-93C5-6F38FC9ED894}"/>
                </a:ext>
              </a:extLst>
            </p:cNvPr>
            <p:cNvSpPr/>
            <p:nvPr/>
          </p:nvSpPr>
          <p:spPr>
            <a:xfrm>
              <a:off x="4974336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53" name="Text 22">
              <a:extLst>
                <a:ext uri="{FF2B5EF4-FFF2-40B4-BE49-F238E27FC236}">
                  <a16:creationId xmlns:a16="http://schemas.microsoft.com/office/drawing/2014/main" id="{40F1E4E3-4E1F-80B7-9ED1-0B4E635090FF}"/>
                </a:ext>
              </a:extLst>
            </p:cNvPr>
            <p:cNvSpPr/>
            <p:nvPr/>
          </p:nvSpPr>
          <p:spPr>
            <a:xfrm>
              <a:off x="4974336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x511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54" name="Shape 23">
              <a:extLst>
                <a:ext uri="{FF2B5EF4-FFF2-40B4-BE49-F238E27FC236}">
                  <a16:creationId xmlns:a16="http://schemas.microsoft.com/office/drawing/2014/main" id="{E8E293A6-A281-7B9C-414D-EEDD19595657}"/>
                </a:ext>
              </a:extLst>
            </p:cNvPr>
            <p:cNvSpPr/>
            <p:nvPr/>
          </p:nvSpPr>
          <p:spPr>
            <a:xfrm>
              <a:off x="5541264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55" name="Text 24">
              <a:extLst>
                <a:ext uri="{FF2B5EF4-FFF2-40B4-BE49-F238E27FC236}">
                  <a16:creationId xmlns:a16="http://schemas.microsoft.com/office/drawing/2014/main" id="{548434A9-190B-77DB-5423-D1537B69A455}"/>
                </a:ext>
              </a:extLst>
            </p:cNvPr>
            <p:cNvSpPr/>
            <p:nvPr/>
          </p:nvSpPr>
          <p:spPr>
            <a:xfrm>
              <a:off x="5541264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x512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56" name="Shape 25">
              <a:extLst>
                <a:ext uri="{FF2B5EF4-FFF2-40B4-BE49-F238E27FC236}">
                  <a16:creationId xmlns:a16="http://schemas.microsoft.com/office/drawing/2014/main" id="{C986EDBA-91BF-950C-0FE8-BE2D696E2D08}"/>
                </a:ext>
              </a:extLst>
            </p:cNvPr>
            <p:cNvSpPr/>
            <p:nvPr/>
          </p:nvSpPr>
          <p:spPr>
            <a:xfrm>
              <a:off x="6108192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57" name="Text 26">
              <a:extLst>
                <a:ext uri="{FF2B5EF4-FFF2-40B4-BE49-F238E27FC236}">
                  <a16:creationId xmlns:a16="http://schemas.microsoft.com/office/drawing/2014/main" id="{7F881442-3750-9570-D34A-196F336B7F60}"/>
                </a:ext>
              </a:extLst>
            </p:cNvPr>
            <p:cNvSpPr/>
            <p:nvPr/>
          </p:nvSpPr>
          <p:spPr>
            <a:xfrm>
              <a:off x="6108192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latin typeface="+mn-ea"/>
                </a:rPr>
                <a:t>…</a:t>
              </a:r>
            </a:p>
          </p:txBody>
        </p:sp>
        <p:sp>
          <p:nvSpPr>
            <p:cNvPr id="58" name="Shape 27">
              <a:extLst>
                <a:ext uri="{FF2B5EF4-FFF2-40B4-BE49-F238E27FC236}">
                  <a16:creationId xmlns:a16="http://schemas.microsoft.com/office/drawing/2014/main" id="{3A46025E-9022-22E4-C34B-93DAC05DFE08}"/>
                </a:ext>
              </a:extLst>
            </p:cNvPr>
            <p:cNvSpPr/>
            <p:nvPr/>
          </p:nvSpPr>
          <p:spPr>
            <a:xfrm>
              <a:off x="6675120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59" name="Text 28">
              <a:extLst>
                <a:ext uri="{FF2B5EF4-FFF2-40B4-BE49-F238E27FC236}">
                  <a16:creationId xmlns:a16="http://schemas.microsoft.com/office/drawing/2014/main" id="{4495D935-9107-6E92-166D-9628AE476529}"/>
                </a:ext>
              </a:extLst>
            </p:cNvPr>
            <p:cNvSpPr/>
            <p:nvPr/>
          </p:nvSpPr>
          <p:spPr>
            <a:xfrm>
              <a:off x="6675120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…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60" name="Shape 29">
              <a:extLst>
                <a:ext uri="{FF2B5EF4-FFF2-40B4-BE49-F238E27FC236}">
                  <a16:creationId xmlns:a16="http://schemas.microsoft.com/office/drawing/2014/main" id="{B997C3A8-CB97-4E60-05E8-CE1C72D98839}"/>
                </a:ext>
              </a:extLst>
            </p:cNvPr>
            <p:cNvSpPr/>
            <p:nvPr/>
          </p:nvSpPr>
          <p:spPr>
            <a:xfrm>
              <a:off x="7242048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61" name="Text 30">
              <a:extLst>
                <a:ext uri="{FF2B5EF4-FFF2-40B4-BE49-F238E27FC236}">
                  <a16:creationId xmlns:a16="http://schemas.microsoft.com/office/drawing/2014/main" id="{0CC43E83-CB47-CA93-BB48-D1CFF925363C}"/>
                </a:ext>
              </a:extLst>
            </p:cNvPr>
            <p:cNvSpPr/>
            <p:nvPr/>
          </p:nvSpPr>
          <p:spPr>
            <a:xfrm>
              <a:off x="7242048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x65279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62" name="Shape 31">
              <a:extLst>
                <a:ext uri="{FF2B5EF4-FFF2-40B4-BE49-F238E27FC236}">
                  <a16:creationId xmlns:a16="http://schemas.microsoft.com/office/drawing/2014/main" id="{F1D437C6-38A7-104E-6484-FC130E4DA486}"/>
                </a:ext>
              </a:extLst>
            </p:cNvPr>
            <p:cNvSpPr/>
            <p:nvPr/>
          </p:nvSpPr>
          <p:spPr>
            <a:xfrm>
              <a:off x="7808976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63" name="Text 32">
              <a:extLst>
                <a:ext uri="{FF2B5EF4-FFF2-40B4-BE49-F238E27FC236}">
                  <a16:creationId xmlns:a16="http://schemas.microsoft.com/office/drawing/2014/main" id="{4A865E08-7492-3C4E-A4BD-DC64CA025175}"/>
                </a:ext>
              </a:extLst>
            </p:cNvPr>
            <p:cNvSpPr/>
            <p:nvPr/>
          </p:nvSpPr>
          <p:spPr>
            <a:xfrm>
              <a:off x="7808976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x65280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64" name="Shape 33">
              <a:extLst>
                <a:ext uri="{FF2B5EF4-FFF2-40B4-BE49-F238E27FC236}">
                  <a16:creationId xmlns:a16="http://schemas.microsoft.com/office/drawing/2014/main" id="{802FB5A6-A9D8-15C3-1BD2-D0FC61952836}"/>
                </a:ext>
              </a:extLst>
            </p:cNvPr>
            <p:cNvSpPr/>
            <p:nvPr/>
          </p:nvSpPr>
          <p:spPr>
            <a:xfrm>
              <a:off x="8375904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65" name="Text 34">
              <a:extLst>
                <a:ext uri="{FF2B5EF4-FFF2-40B4-BE49-F238E27FC236}">
                  <a16:creationId xmlns:a16="http://schemas.microsoft.com/office/drawing/2014/main" id="{E7750DFE-848A-8808-6FFE-D2D740689E32}"/>
                </a:ext>
              </a:extLst>
            </p:cNvPr>
            <p:cNvSpPr/>
            <p:nvPr/>
          </p:nvSpPr>
          <p:spPr>
            <a:xfrm>
              <a:off x="8375904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x65281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66" name="Shape 35">
              <a:extLst>
                <a:ext uri="{FF2B5EF4-FFF2-40B4-BE49-F238E27FC236}">
                  <a16:creationId xmlns:a16="http://schemas.microsoft.com/office/drawing/2014/main" id="{6B4DE91C-C42A-877B-ED4C-8E42F92C3647}"/>
                </a:ext>
              </a:extLst>
            </p:cNvPr>
            <p:cNvSpPr/>
            <p:nvPr/>
          </p:nvSpPr>
          <p:spPr>
            <a:xfrm>
              <a:off x="8942832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67" name="Text 36">
              <a:extLst>
                <a:ext uri="{FF2B5EF4-FFF2-40B4-BE49-F238E27FC236}">
                  <a16:creationId xmlns:a16="http://schemas.microsoft.com/office/drawing/2014/main" id="{5735EF81-9ACF-D629-CAAB-B271C73E4A4C}"/>
                </a:ext>
              </a:extLst>
            </p:cNvPr>
            <p:cNvSpPr/>
            <p:nvPr/>
          </p:nvSpPr>
          <p:spPr>
            <a:xfrm>
              <a:off x="8942832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latin typeface="+mn-ea"/>
                </a:rPr>
                <a:t>…</a:t>
              </a:r>
            </a:p>
          </p:txBody>
        </p:sp>
        <p:sp>
          <p:nvSpPr>
            <p:cNvPr id="68" name="Shape 37">
              <a:extLst>
                <a:ext uri="{FF2B5EF4-FFF2-40B4-BE49-F238E27FC236}">
                  <a16:creationId xmlns:a16="http://schemas.microsoft.com/office/drawing/2014/main" id="{4C14BEF0-8438-6438-EA81-94BA316763FA}"/>
                </a:ext>
              </a:extLst>
            </p:cNvPr>
            <p:cNvSpPr/>
            <p:nvPr/>
          </p:nvSpPr>
          <p:spPr>
            <a:xfrm>
              <a:off x="9509760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69" name="Text 38">
              <a:extLst>
                <a:ext uri="{FF2B5EF4-FFF2-40B4-BE49-F238E27FC236}">
                  <a16:creationId xmlns:a16="http://schemas.microsoft.com/office/drawing/2014/main" id="{1AFEF521-B780-04FF-3A97-441D5F981D95}"/>
                </a:ext>
              </a:extLst>
            </p:cNvPr>
            <p:cNvSpPr/>
            <p:nvPr/>
          </p:nvSpPr>
          <p:spPr>
            <a:xfrm>
              <a:off x="9509760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x65535</a:t>
              </a:r>
              <a:endParaRPr lang="en-US" sz="1100" dirty="0">
                <a:latin typeface="+mn-ea"/>
              </a:endParaRPr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2B182883-3476-A111-2654-82A5B3E8FFF0}"/>
              </a:ext>
            </a:extLst>
          </p:cNvPr>
          <p:cNvGrpSpPr/>
          <p:nvPr/>
        </p:nvGrpSpPr>
        <p:grpSpPr>
          <a:xfrm>
            <a:off x="838200" y="4333126"/>
            <a:ext cx="10515600" cy="489494"/>
            <a:chOff x="1005840" y="1234440"/>
            <a:chExt cx="9025494" cy="384048"/>
          </a:xfrm>
        </p:grpSpPr>
        <p:sp>
          <p:nvSpPr>
            <p:cNvPr id="71" name="Shape 7">
              <a:extLst>
                <a:ext uri="{FF2B5EF4-FFF2-40B4-BE49-F238E27FC236}">
                  <a16:creationId xmlns:a16="http://schemas.microsoft.com/office/drawing/2014/main" id="{D9E3E195-1178-0D21-0074-69D193AF78C4}"/>
                </a:ext>
              </a:extLst>
            </p:cNvPr>
            <p:cNvSpPr/>
            <p:nvPr/>
          </p:nvSpPr>
          <p:spPr>
            <a:xfrm>
              <a:off x="1005840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72" name="Text 8">
              <a:extLst>
                <a:ext uri="{FF2B5EF4-FFF2-40B4-BE49-F238E27FC236}">
                  <a16:creationId xmlns:a16="http://schemas.microsoft.com/office/drawing/2014/main" id="{4FDB55AB-A049-16AC-CE3F-D3AA32C65336}"/>
                </a:ext>
              </a:extLst>
            </p:cNvPr>
            <p:cNvSpPr/>
            <p:nvPr/>
          </p:nvSpPr>
          <p:spPr>
            <a:xfrm>
              <a:off x="1005840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x0~</a:t>
              </a:r>
            </a:p>
            <a:p>
              <a:pPr algn="ctr"/>
              <a:r>
                <a:rPr lang="en-US" altLang="ko-KR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x255</a:t>
              </a:r>
              <a:endParaRPr lang="en-US" altLang="ko-KR" sz="1100" dirty="0">
                <a:latin typeface="+mn-ea"/>
              </a:endParaRPr>
            </a:p>
          </p:txBody>
        </p:sp>
        <p:sp>
          <p:nvSpPr>
            <p:cNvPr id="73" name="Shape 9">
              <a:extLst>
                <a:ext uri="{FF2B5EF4-FFF2-40B4-BE49-F238E27FC236}">
                  <a16:creationId xmlns:a16="http://schemas.microsoft.com/office/drawing/2014/main" id="{FEF2CB38-7908-AF10-CF89-48979863BB98}"/>
                </a:ext>
              </a:extLst>
            </p:cNvPr>
            <p:cNvSpPr/>
            <p:nvPr/>
          </p:nvSpPr>
          <p:spPr>
            <a:xfrm>
              <a:off x="1572768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74" name="Text 10">
              <a:extLst>
                <a:ext uri="{FF2B5EF4-FFF2-40B4-BE49-F238E27FC236}">
                  <a16:creationId xmlns:a16="http://schemas.microsoft.com/office/drawing/2014/main" id="{B7305149-52CB-59DE-7B43-3CC4CAB1DA7C}"/>
                </a:ext>
              </a:extLst>
            </p:cNvPr>
            <p:cNvSpPr/>
            <p:nvPr/>
          </p:nvSpPr>
          <p:spPr>
            <a:xfrm>
              <a:off x="1572768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x256~</a:t>
              </a:r>
            </a:p>
            <a:p>
              <a:pPr algn="ctr"/>
              <a:r>
                <a:rPr lang="en-US" altLang="ko-KR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x511</a:t>
              </a:r>
              <a:endParaRPr lang="en-US" altLang="ko-KR" sz="1100" dirty="0">
                <a:latin typeface="+mn-ea"/>
              </a:endParaRPr>
            </a:p>
          </p:txBody>
        </p:sp>
        <p:sp>
          <p:nvSpPr>
            <p:cNvPr id="75" name="Shape 11">
              <a:extLst>
                <a:ext uri="{FF2B5EF4-FFF2-40B4-BE49-F238E27FC236}">
                  <a16:creationId xmlns:a16="http://schemas.microsoft.com/office/drawing/2014/main" id="{77D2040D-F104-DFC6-B424-44A5ABB43287}"/>
                </a:ext>
              </a:extLst>
            </p:cNvPr>
            <p:cNvSpPr/>
            <p:nvPr/>
          </p:nvSpPr>
          <p:spPr>
            <a:xfrm>
              <a:off x="2139696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76" name="Text 12">
              <a:extLst>
                <a:ext uri="{FF2B5EF4-FFF2-40B4-BE49-F238E27FC236}">
                  <a16:creationId xmlns:a16="http://schemas.microsoft.com/office/drawing/2014/main" id="{927EE88B-7415-FD0A-302C-E54BAFCBC2B5}"/>
                </a:ext>
              </a:extLst>
            </p:cNvPr>
            <p:cNvSpPr/>
            <p:nvPr/>
          </p:nvSpPr>
          <p:spPr>
            <a:xfrm>
              <a:off x="2139696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x512~</a:t>
              </a:r>
            </a:p>
            <a:p>
              <a:pPr algn="ctr"/>
              <a:r>
                <a:rPr lang="en-US" altLang="ko-KR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x767</a:t>
              </a:r>
              <a:endParaRPr lang="en-US" altLang="ko-KR" sz="1100" dirty="0">
                <a:latin typeface="+mn-ea"/>
              </a:endParaRPr>
            </a:p>
          </p:txBody>
        </p:sp>
        <p:sp>
          <p:nvSpPr>
            <p:cNvPr id="77" name="Shape 13">
              <a:extLst>
                <a:ext uri="{FF2B5EF4-FFF2-40B4-BE49-F238E27FC236}">
                  <a16:creationId xmlns:a16="http://schemas.microsoft.com/office/drawing/2014/main" id="{64F9B9BC-DE8D-67A9-3036-F1F02F8BF934}"/>
                </a:ext>
              </a:extLst>
            </p:cNvPr>
            <p:cNvSpPr/>
            <p:nvPr/>
          </p:nvSpPr>
          <p:spPr>
            <a:xfrm>
              <a:off x="2706624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78" name="Text 14">
              <a:extLst>
                <a:ext uri="{FF2B5EF4-FFF2-40B4-BE49-F238E27FC236}">
                  <a16:creationId xmlns:a16="http://schemas.microsoft.com/office/drawing/2014/main" id="{EA3D4007-348E-FCD8-23FE-04B7B8CAB18B}"/>
                </a:ext>
              </a:extLst>
            </p:cNvPr>
            <p:cNvSpPr/>
            <p:nvPr/>
          </p:nvSpPr>
          <p:spPr>
            <a:xfrm>
              <a:off x="2706624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x768~</a:t>
              </a:r>
            </a:p>
            <a:p>
              <a:pPr algn="ctr"/>
              <a:r>
                <a:rPr lang="en-US" altLang="ko-KR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x1023</a:t>
              </a:r>
              <a:endParaRPr lang="en-US" altLang="ko-KR" sz="1100" dirty="0">
                <a:latin typeface="+mn-ea"/>
              </a:endParaRPr>
            </a:p>
          </p:txBody>
        </p:sp>
        <p:sp>
          <p:nvSpPr>
            <p:cNvPr id="79" name="Shape 15">
              <a:extLst>
                <a:ext uri="{FF2B5EF4-FFF2-40B4-BE49-F238E27FC236}">
                  <a16:creationId xmlns:a16="http://schemas.microsoft.com/office/drawing/2014/main" id="{6D84929C-F2A7-BCF7-6FC4-A60D2EF7A476}"/>
                </a:ext>
              </a:extLst>
            </p:cNvPr>
            <p:cNvSpPr/>
            <p:nvPr/>
          </p:nvSpPr>
          <p:spPr>
            <a:xfrm>
              <a:off x="3273552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80" name="Text 16">
              <a:extLst>
                <a:ext uri="{FF2B5EF4-FFF2-40B4-BE49-F238E27FC236}">
                  <a16:creationId xmlns:a16="http://schemas.microsoft.com/office/drawing/2014/main" id="{2445F635-7049-C789-457C-18C9C5C6642E}"/>
                </a:ext>
              </a:extLst>
            </p:cNvPr>
            <p:cNvSpPr/>
            <p:nvPr/>
          </p:nvSpPr>
          <p:spPr>
            <a:xfrm>
              <a:off x="3273552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100" dirty="0">
                  <a:latin typeface="+mn-ea"/>
                </a:rPr>
                <a:t>…</a:t>
              </a:r>
            </a:p>
          </p:txBody>
        </p:sp>
        <p:sp>
          <p:nvSpPr>
            <p:cNvPr id="81" name="Shape 17">
              <a:extLst>
                <a:ext uri="{FF2B5EF4-FFF2-40B4-BE49-F238E27FC236}">
                  <a16:creationId xmlns:a16="http://schemas.microsoft.com/office/drawing/2014/main" id="{06EB319D-D74C-A1E4-8B0D-0DD8ED049BFB}"/>
                </a:ext>
              </a:extLst>
            </p:cNvPr>
            <p:cNvSpPr/>
            <p:nvPr/>
          </p:nvSpPr>
          <p:spPr>
            <a:xfrm>
              <a:off x="3840480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82" name="Text 18">
              <a:extLst>
                <a:ext uri="{FF2B5EF4-FFF2-40B4-BE49-F238E27FC236}">
                  <a16:creationId xmlns:a16="http://schemas.microsoft.com/office/drawing/2014/main" id="{B6C82F82-CD9E-2F57-922F-31F386A97FAD}"/>
                </a:ext>
              </a:extLst>
            </p:cNvPr>
            <p:cNvSpPr/>
            <p:nvPr/>
          </p:nvSpPr>
          <p:spPr>
            <a:xfrm>
              <a:off x="3840480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100" dirty="0">
                  <a:latin typeface="+mn-ea"/>
                </a:rPr>
                <a:t>…</a:t>
              </a:r>
            </a:p>
          </p:txBody>
        </p:sp>
        <p:sp>
          <p:nvSpPr>
            <p:cNvPr id="83" name="Shape 19">
              <a:extLst>
                <a:ext uri="{FF2B5EF4-FFF2-40B4-BE49-F238E27FC236}">
                  <a16:creationId xmlns:a16="http://schemas.microsoft.com/office/drawing/2014/main" id="{61FA5CF4-D3E7-45D1-06BB-D69FBFDC2EC1}"/>
                </a:ext>
              </a:extLst>
            </p:cNvPr>
            <p:cNvSpPr/>
            <p:nvPr/>
          </p:nvSpPr>
          <p:spPr>
            <a:xfrm>
              <a:off x="4407408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84" name="Text 20">
              <a:extLst>
                <a:ext uri="{FF2B5EF4-FFF2-40B4-BE49-F238E27FC236}">
                  <a16:creationId xmlns:a16="http://schemas.microsoft.com/office/drawing/2014/main" id="{D370BACD-C740-CF09-82D0-E97891A5204B}"/>
                </a:ext>
              </a:extLst>
            </p:cNvPr>
            <p:cNvSpPr/>
            <p:nvPr/>
          </p:nvSpPr>
          <p:spPr>
            <a:xfrm>
              <a:off x="4407408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100" dirty="0">
                  <a:latin typeface="+mn-ea"/>
                </a:rPr>
                <a:t>…</a:t>
              </a:r>
            </a:p>
          </p:txBody>
        </p:sp>
        <p:sp>
          <p:nvSpPr>
            <p:cNvPr id="85" name="Shape 21">
              <a:extLst>
                <a:ext uri="{FF2B5EF4-FFF2-40B4-BE49-F238E27FC236}">
                  <a16:creationId xmlns:a16="http://schemas.microsoft.com/office/drawing/2014/main" id="{BB4BAE49-4627-F826-1C56-7A6A72E137AD}"/>
                </a:ext>
              </a:extLst>
            </p:cNvPr>
            <p:cNvSpPr/>
            <p:nvPr/>
          </p:nvSpPr>
          <p:spPr>
            <a:xfrm>
              <a:off x="4974336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86" name="Text 22">
              <a:extLst>
                <a:ext uri="{FF2B5EF4-FFF2-40B4-BE49-F238E27FC236}">
                  <a16:creationId xmlns:a16="http://schemas.microsoft.com/office/drawing/2014/main" id="{E2452069-E3BC-1392-55C6-D672CEB7C501}"/>
                </a:ext>
              </a:extLst>
            </p:cNvPr>
            <p:cNvSpPr/>
            <p:nvPr/>
          </p:nvSpPr>
          <p:spPr>
            <a:xfrm>
              <a:off x="4974336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100" dirty="0">
                  <a:latin typeface="+mn-ea"/>
                </a:rPr>
                <a:t>…</a:t>
              </a:r>
            </a:p>
          </p:txBody>
        </p:sp>
        <p:sp>
          <p:nvSpPr>
            <p:cNvPr id="87" name="Shape 23">
              <a:extLst>
                <a:ext uri="{FF2B5EF4-FFF2-40B4-BE49-F238E27FC236}">
                  <a16:creationId xmlns:a16="http://schemas.microsoft.com/office/drawing/2014/main" id="{1A8C2079-4AF5-769E-F848-0548937AA8D1}"/>
                </a:ext>
              </a:extLst>
            </p:cNvPr>
            <p:cNvSpPr/>
            <p:nvPr/>
          </p:nvSpPr>
          <p:spPr>
            <a:xfrm>
              <a:off x="5541264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88" name="Text 24">
              <a:extLst>
                <a:ext uri="{FF2B5EF4-FFF2-40B4-BE49-F238E27FC236}">
                  <a16:creationId xmlns:a16="http://schemas.microsoft.com/office/drawing/2014/main" id="{1CB07D9E-475E-EC20-F7F6-9BD8162B565A}"/>
                </a:ext>
              </a:extLst>
            </p:cNvPr>
            <p:cNvSpPr/>
            <p:nvPr/>
          </p:nvSpPr>
          <p:spPr>
            <a:xfrm>
              <a:off x="5541264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100" dirty="0">
                  <a:latin typeface="+mn-ea"/>
                </a:rPr>
                <a:t>…</a:t>
              </a:r>
            </a:p>
          </p:txBody>
        </p:sp>
        <p:sp>
          <p:nvSpPr>
            <p:cNvPr id="89" name="Shape 25">
              <a:extLst>
                <a:ext uri="{FF2B5EF4-FFF2-40B4-BE49-F238E27FC236}">
                  <a16:creationId xmlns:a16="http://schemas.microsoft.com/office/drawing/2014/main" id="{6EF8D33F-16DC-C585-80E0-A0BD32EB3613}"/>
                </a:ext>
              </a:extLst>
            </p:cNvPr>
            <p:cNvSpPr/>
            <p:nvPr/>
          </p:nvSpPr>
          <p:spPr>
            <a:xfrm>
              <a:off x="6108192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90" name="Text 26">
              <a:extLst>
                <a:ext uri="{FF2B5EF4-FFF2-40B4-BE49-F238E27FC236}">
                  <a16:creationId xmlns:a16="http://schemas.microsoft.com/office/drawing/2014/main" id="{EF5C259E-85DC-D938-624E-2961DF721E5F}"/>
                </a:ext>
              </a:extLst>
            </p:cNvPr>
            <p:cNvSpPr/>
            <p:nvPr/>
          </p:nvSpPr>
          <p:spPr>
            <a:xfrm>
              <a:off x="6108192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latin typeface="+mn-ea"/>
                </a:rPr>
                <a:t>…</a:t>
              </a:r>
            </a:p>
          </p:txBody>
        </p:sp>
        <p:sp>
          <p:nvSpPr>
            <p:cNvPr id="91" name="Shape 27">
              <a:extLst>
                <a:ext uri="{FF2B5EF4-FFF2-40B4-BE49-F238E27FC236}">
                  <a16:creationId xmlns:a16="http://schemas.microsoft.com/office/drawing/2014/main" id="{1DFE0546-56EF-8709-D1D9-249E1010123E}"/>
                </a:ext>
              </a:extLst>
            </p:cNvPr>
            <p:cNvSpPr/>
            <p:nvPr/>
          </p:nvSpPr>
          <p:spPr>
            <a:xfrm>
              <a:off x="6675120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92" name="Text 28">
              <a:extLst>
                <a:ext uri="{FF2B5EF4-FFF2-40B4-BE49-F238E27FC236}">
                  <a16:creationId xmlns:a16="http://schemas.microsoft.com/office/drawing/2014/main" id="{7D6D49B5-E468-7A59-92D0-70799FA65DF4}"/>
                </a:ext>
              </a:extLst>
            </p:cNvPr>
            <p:cNvSpPr/>
            <p:nvPr/>
          </p:nvSpPr>
          <p:spPr>
            <a:xfrm>
              <a:off x="6675120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…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93" name="Shape 29">
              <a:extLst>
                <a:ext uri="{FF2B5EF4-FFF2-40B4-BE49-F238E27FC236}">
                  <a16:creationId xmlns:a16="http://schemas.microsoft.com/office/drawing/2014/main" id="{6A8C7F35-8C3E-7C48-2F19-F91B87289B39}"/>
                </a:ext>
              </a:extLst>
            </p:cNvPr>
            <p:cNvSpPr/>
            <p:nvPr/>
          </p:nvSpPr>
          <p:spPr>
            <a:xfrm>
              <a:off x="7242048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94" name="Text 30">
              <a:extLst>
                <a:ext uri="{FF2B5EF4-FFF2-40B4-BE49-F238E27FC236}">
                  <a16:creationId xmlns:a16="http://schemas.microsoft.com/office/drawing/2014/main" id="{20419C0C-4075-FA0D-CA20-83D42F049FCB}"/>
                </a:ext>
              </a:extLst>
            </p:cNvPr>
            <p:cNvSpPr/>
            <p:nvPr/>
          </p:nvSpPr>
          <p:spPr>
            <a:xfrm>
              <a:off x="7242048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100" dirty="0">
                  <a:latin typeface="+mn-ea"/>
                </a:rPr>
                <a:t>…</a:t>
              </a:r>
            </a:p>
          </p:txBody>
        </p:sp>
        <p:sp>
          <p:nvSpPr>
            <p:cNvPr id="95" name="Shape 31">
              <a:extLst>
                <a:ext uri="{FF2B5EF4-FFF2-40B4-BE49-F238E27FC236}">
                  <a16:creationId xmlns:a16="http://schemas.microsoft.com/office/drawing/2014/main" id="{F95ED139-F8DC-BF3F-20BB-A46F6AB727EE}"/>
                </a:ext>
              </a:extLst>
            </p:cNvPr>
            <p:cNvSpPr/>
            <p:nvPr/>
          </p:nvSpPr>
          <p:spPr>
            <a:xfrm>
              <a:off x="7808976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96" name="Text 32">
              <a:extLst>
                <a:ext uri="{FF2B5EF4-FFF2-40B4-BE49-F238E27FC236}">
                  <a16:creationId xmlns:a16="http://schemas.microsoft.com/office/drawing/2014/main" id="{84FF3BBE-AD7D-B1DE-F353-D225AB728AB9}"/>
                </a:ext>
              </a:extLst>
            </p:cNvPr>
            <p:cNvSpPr/>
            <p:nvPr/>
          </p:nvSpPr>
          <p:spPr>
            <a:xfrm>
              <a:off x="7808976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100" dirty="0">
                  <a:latin typeface="+mn-ea"/>
                </a:rPr>
                <a:t>…</a:t>
              </a:r>
            </a:p>
          </p:txBody>
        </p:sp>
        <p:sp>
          <p:nvSpPr>
            <p:cNvPr id="97" name="Shape 33">
              <a:extLst>
                <a:ext uri="{FF2B5EF4-FFF2-40B4-BE49-F238E27FC236}">
                  <a16:creationId xmlns:a16="http://schemas.microsoft.com/office/drawing/2014/main" id="{3D052A46-C956-0637-BBEA-E449DFE069DF}"/>
                </a:ext>
              </a:extLst>
            </p:cNvPr>
            <p:cNvSpPr/>
            <p:nvPr/>
          </p:nvSpPr>
          <p:spPr>
            <a:xfrm>
              <a:off x="8375904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98" name="Text 34">
              <a:extLst>
                <a:ext uri="{FF2B5EF4-FFF2-40B4-BE49-F238E27FC236}">
                  <a16:creationId xmlns:a16="http://schemas.microsoft.com/office/drawing/2014/main" id="{2424ACAF-0C03-FF88-286F-8A90618D9524}"/>
                </a:ext>
              </a:extLst>
            </p:cNvPr>
            <p:cNvSpPr/>
            <p:nvPr/>
          </p:nvSpPr>
          <p:spPr>
            <a:xfrm>
              <a:off x="8375904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100" dirty="0">
                  <a:latin typeface="+mn-ea"/>
                </a:rPr>
                <a:t>…</a:t>
              </a:r>
            </a:p>
          </p:txBody>
        </p:sp>
        <p:sp>
          <p:nvSpPr>
            <p:cNvPr id="99" name="Shape 35">
              <a:extLst>
                <a:ext uri="{FF2B5EF4-FFF2-40B4-BE49-F238E27FC236}">
                  <a16:creationId xmlns:a16="http://schemas.microsoft.com/office/drawing/2014/main" id="{C200B1DC-6634-5A4C-2E31-A67FF4F808F8}"/>
                </a:ext>
              </a:extLst>
            </p:cNvPr>
            <p:cNvSpPr/>
            <p:nvPr/>
          </p:nvSpPr>
          <p:spPr>
            <a:xfrm>
              <a:off x="8942832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100" name="Text 36">
              <a:extLst>
                <a:ext uri="{FF2B5EF4-FFF2-40B4-BE49-F238E27FC236}">
                  <a16:creationId xmlns:a16="http://schemas.microsoft.com/office/drawing/2014/main" id="{D934F852-64E0-8255-39F1-19541D8CD2FA}"/>
                </a:ext>
              </a:extLst>
            </p:cNvPr>
            <p:cNvSpPr/>
            <p:nvPr/>
          </p:nvSpPr>
          <p:spPr>
            <a:xfrm>
              <a:off x="8942832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x65024~</a:t>
              </a:r>
            </a:p>
            <a:p>
              <a:pPr algn="ctr"/>
              <a:r>
                <a:rPr lang="en-US" altLang="ko-KR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x65279</a:t>
              </a:r>
              <a:endParaRPr lang="en-US" altLang="ko-KR" sz="1100" dirty="0">
                <a:latin typeface="+mn-ea"/>
              </a:endParaRPr>
            </a:p>
          </p:txBody>
        </p:sp>
        <p:sp>
          <p:nvSpPr>
            <p:cNvPr id="101" name="Shape 37">
              <a:extLst>
                <a:ext uri="{FF2B5EF4-FFF2-40B4-BE49-F238E27FC236}">
                  <a16:creationId xmlns:a16="http://schemas.microsoft.com/office/drawing/2014/main" id="{F5A814BC-1201-D714-9B4C-2C603F5FD405}"/>
                </a:ext>
              </a:extLst>
            </p:cNvPr>
            <p:cNvSpPr/>
            <p:nvPr/>
          </p:nvSpPr>
          <p:spPr>
            <a:xfrm>
              <a:off x="9509760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102" name="Text 38">
              <a:extLst>
                <a:ext uri="{FF2B5EF4-FFF2-40B4-BE49-F238E27FC236}">
                  <a16:creationId xmlns:a16="http://schemas.microsoft.com/office/drawing/2014/main" id="{718DE284-62C1-AEE4-9845-53191B70728A}"/>
                </a:ext>
              </a:extLst>
            </p:cNvPr>
            <p:cNvSpPr/>
            <p:nvPr/>
          </p:nvSpPr>
          <p:spPr>
            <a:xfrm>
              <a:off x="9509760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x65280~</a:t>
              </a: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x65535</a:t>
              </a:r>
              <a:endParaRPr lang="en-US" sz="1100" dirty="0">
                <a:latin typeface="+mn-ea"/>
              </a:endParaRPr>
            </a:p>
          </p:txBody>
        </p: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B81B84BA-74A2-940E-2EDB-69C101502431}"/>
              </a:ext>
            </a:extLst>
          </p:cNvPr>
          <p:cNvGrpSpPr/>
          <p:nvPr/>
        </p:nvGrpSpPr>
        <p:grpSpPr>
          <a:xfrm>
            <a:off x="838200" y="4918891"/>
            <a:ext cx="10515600" cy="489494"/>
            <a:chOff x="1005840" y="1234440"/>
            <a:chExt cx="9025494" cy="384048"/>
          </a:xfrm>
        </p:grpSpPr>
        <p:sp>
          <p:nvSpPr>
            <p:cNvPr id="104" name="Shape 7">
              <a:extLst>
                <a:ext uri="{FF2B5EF4-FFF2-40B4-BE49-F238E27FC236}">
                  <a16:creationId xmlns:a16="http://schemas.microsoft.com/office/drawing/2014/main" id="{2D9588F7-2160-F852-9D2A-3FC3E8743889}"/>
                </a:ext>
              </a:extLst>
            </p:cNvPr>
            <p:cNvSpPr/>
            <p:nvPr/>
          </p:nvSpPr>
          <p:spPr>
            <a:xfrm>
              <a:off x="1005840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105" name="Text 8">
              <a:extLst>
                <a:ext uri="{FF2B5EF4-FFF2-40B4-BE49-F238E27FC236}">
                  <a16:creationId xmlns:a16="http://schemas.microsoft.com/office/drawing/2014/main" id="{B7E29085-D16E-FC67-7E3D-933C139F54FD}"/>
                </a:ext>
              </a:extLst>
            </p:cNvPr>
            <p:cNvSpPr/>
            <p:nvPr/>
          </p:nvSpPr>
          <p:spPr>
            <a:xfrm>
              <a:off x="1005840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x0~</a:t>
              </a:r>
            </a:p>
            <a:p>
              <a:pPr algn="ctr"/>
              <a:r>
                <a:rPr lang="en-US" altLang="ko-KR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x255</a:t>
              </a:r>
              <a:endParaRPr lang="en-US" altLang="ko-KR" sz="1100" dirty="0">
                <a:latin typeface="+mn-ea"/>
              </a:endParaRPr>
            </a:p>
          </p:txBody>
        </p:sp>
        <p:sp>
          <p:nvSpPr>
            <p:cNvPr id="106" name="Shape 9">
              <a:extLst>
                <a:ext uri="{FF2B5EF4-FFF2-40B4-BE49-F238E27FC236}">
                  <a16:creationId xmlns:a16="http://schemas.microsoft.com/office/drawing/2014/main" id="{8E5EF1A5-6C30-15BE-80CA-838DCDEF35FB}"/>
                </a:ext>
              </a:extLst>
            </p:cNvPr>
            <p:cNvSpPr/>
            <p:nvPr/>
          </p:nvSpPr>
          <p:spPr>
            <a:xfrm>
              <a:off x="1572768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107" name="Text 10">
              <a:extLst>
                <a:ext uri="{FF2B5EF4-FFF2-40B4-BE49-F238E27FC236}">
                  <a16:creationId xmlns:a16="http://schemas.microsoft.com/office/drawing/2014/main" id="{DD679743-6FAA-2DBB-F325-5BA376B26E8A}"/>
                </a:ext>
              </a:extLst>
            </p:cNvPr>
            <p:cNvSpPr/>
            <p:nvPr/>
          </p:nvSpPr>
          <p:spPr>
            <a:xfrm>
              <a:off x="1572768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x0~</a:t>
              </a:r>
            </a:p>
            <a:p>
              <a:pPr algn="ctr"/>
              <a:r>
                <a:rPr lang="en-US" altLang="ko-KR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x511</a:t>
              </a:r>
              <a:endParaRPr lang="en-US" altLang="ko-KR" sz="1100" dirty="0">
                <a:latin typeface="+mn-ea"/>
              </a:endParaRPr>
            </a:p>
          </p:txBody>
        </p:sp>
        <p:sp>
          <p:nvSpPr>
            <p:cNvPr id="108" name="Shape 11">
              <a:extLst>
                <a:ext uri="{FF2B5EF4-FFF2-40B4-BE49-F238E27FC236}">
                  <a16:creationId xmlns:a16="http://schemas.microsoft.com/office/drawing/2014/main" id="{BA9F7FAC-3CDE-7AE7-C4DD-44AFFC2A6BEC}"/>
                </a:ext>
              </a:extLst>
            </p:cNvPr>
            <p:cNvSpPr/>
            <p:nvPr/>
          </p:nvSpPr>
          <p:spPr>
            <a:xfrm>
              <a:off x="2139696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109" name="Text 12">
              <a:extLst>
                <a:ext uri="{FF2B5EF4-FFF2-40B4-BE49-F238E27FC236}">
                  <a16:creationId xmlns:a16="http://schemas.microsoft.com/office/drawing/2014/main" id="{4BEF0879-BA84-2DD1-231F-30E7CC59333E}"/>
                </a:ext>
              </a:extLst>
            </p:cNvPr>
            <p:cNvSpPr/>
            <p:nvPr/>
          </p:nvSpPr>
          <p:spPr>
            <a:xfrm>
              <a:off x="2139696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x0~</a:t>
              </a:r>
            </a:p>
            <a:p>
              <a:pPr algn="ctr"/>
              <a:r>
                <a:rPr lang="en-US" altLang="ko-KR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x767</a:t>
              </a:r>
              <a:endParaRPr lang="en-US" altLang="ko-KR" sz="1100" dirty="0">
                <a:latin typeface="+mn-ea"/>
              </a:endParaRPr>
            </a:p>
          </p:txBody>
        </p:sp>
        <p:sp>
          <p:nvSpPr>
            <p:cNvPr id="110" name="Shape 13">
              <a:extLst>
                <a:ext uri="{FF2B5EF4-FFF2-40B4-BE49-F238E27FC236}">
                  <a16:creationId xmlns:a16="http://schemas.microsoft.com/office/drawing/2014/main" id="{1ABDFDD5-DF5F-86FB-D5E9-755D7EDB14BF}"/>
                </a:ext>
              </a:extLst>
            </p:cNvPr>
            <p:cNvSpPr/>
            <p:nvPr/>
          </p:nvSpPr>
          <p:spPr>
            <a:xfrm>
              <a:off x="2706624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111" name="Text 14">
              <a:extLst>
                <a:ext uri="{FF2B5EF4-FFF2-40B4-BE49-F238E27FC236}">
                  <a16:creationId xmlns:a16="http://schemas.microsoft.com/office/drawing/2014/main" id="{20FAC1F2-84FB-617C-5ADD-299A4907647F}"/>
                </a:ext>
              </a:extLst>
            </p:cNvPr>
            <p:cNvSpPr/>
            <p:nvPr/>
          </p:nvSpPr>
          <p:spPr>
            <a:xfrm>
              <a:off x="2706624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x0~</a:t>
              </a:r>
            </a:p>
            <a:p>
              <a:pPr algn="ctr"/>
              <a:r>
                <a:rPr lang="en-US" altLang="ko-KR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x1023</a:t>
              </a:r>
              <a:endParaRPr lang="en-US" altLang="ko-KR" sz="1100" dirty="0">
                <a:latin typeface="+mn-ea"/>
              </a:endParaRPr>
            </a:p>
          </p:txBody>
        </p:sp>
        <p:sp>
          <p:nvSpPr>
            <p:cNvPr id="112" name="Shape 15">
              <a:extLst>
                <a:ext uri="{FF2B5EF4-FFF2-40B4-BE49-F238E27FC236}">
                  <a16:creationId xmlns:a16="http://schemas.microsoft.com/office/drawing/2014/main" id="{DF829C17-2D0A-65B0-8DCC-4ECD1103551F}"/>
                </a:ext>
              </a:extLst>
            </p:cNvPr>
            <p:cNvSpPr/>
            <p:nvPr/>
          </p:nvSpPr>
          <p:spPr>
            <a:xfrm>
              <a:off x="3273552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113" name="Text 16">
              <a:extLst>
                <a:ext uri="{FF2B5EF4-FFF2-40B4-BE49-F238E27FC236}">
                  <a16:creationId xmlns:a16="http://schemas.microsoft.com/office/drawing/2014/main" id="{D0C1487B-E2D3-08E9-CED5-F1C6DB5F5ADE}"/>
                </a:ext>
              </a:extLst>
            </p:cNvPr>
            <p:cNvSpPr/>
            <p:nvPr/>
          </p:nvSpPr>
          <p:spPr>
            <a:xfrm>
              <a:off x="3273552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100" dirty="0">
                  <a:latin typeface="+mn-ea"/>
                </a:rPr>
                <a:t>…</a:t>
              </a:r>
            </a:p>
          </p:txBody>
        </p:sp>
        <p:sp>
          <p:nvSpPr>
            <p:cNvPr id="114" name="Shape 17">
              <a:extLst>
                <a:ext uri="{FF2B5EF4-FFF2-40B4-BE49-F238E27FC236}">
                  <a16:creationId xmlns:a16="http://schemas.microsoft.com/office/drawing/2014/main" id="{37256E38-B061-95A7-18B2-9A07D31FBFFF}"/>
                </a:ext>
              </a:extLst>
            </p:cNvPr>
            <p:cNvSpPr/>
            <p:nvPr/>
          </p:nvSpPr>
          <p:spPr>
            <a:xfrm>
              <a:off x="3840480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115" name="Text 18">
              <a:extLst>
                <a:ext uri="{FF2B5EF4-FFF2-40B4-BE49-F238E27FC236}">
                  <a16:creationId xmlns:a16="http://schemas.microsoft.com/office/drawing/2014/main" id="{94574A44-8DD7-751D-27D6-B07D6F2A6623}"/>
                </a:ext>
              </a:extLst>
            </p:cNvPr>
            <p:cNvSpPr/>
            <p:nvPr/>
          </p:nvSpPr>
          <p:spPr>
            <a:xfrm>
              <a:off x="3840480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100" dirty="0">
                  <a:latin typeface="+mn-ea"/>
                </a:rPr>
                <a:t>…</a:t>
              </a:r>
            </a:p>
          </p:txBody>
        </p:sp>
        <p:sp>
          <p:nvSpPr>
            <p:cNvPr id="116" name="Shape 19">
              <a:extLst>
                <a:ext uri="{FF2B5EF4-FFF2-40B4-BE49-F238E27FC236}">
                  <a16:creationId xmlns:a16="http://schemas.microsoft.com/office/drawing/2014/main" id="{9212F394-1228-A204-8947-B435DB5936FB}"/>
                </a:ext>
              </a:extLst>
            </p:cNvPr>
            <p:cNvSpPr/>
            <p:nvPr/>
          </p:nvSpPr>
          <p:spPr>
            <a:xfrm>
              <a:off x="4407408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117" name="Text 20">
              <a:extLst>
                <a:ext uri="{FF2B5EF4-FFF2-40B4-BE49-F238E27FC236}">
                  <a16:creationId xmlns:a16="http://schemas.microsoft.com/office/drawing/2014/main" id="{6516C1C8-C1E5-1D21-B4DC-6BD7FD9E41D1}"/>
                </a:ext>
              </a:extLst>
            </p:cNvPr>
            <p:cNvSpPr/>
            <p:nvPr/>
          </p:nvSpPr>
          <p:spPr>
            <a:xfrm>
              <a:off x="4407408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100" dirty="0">
                  <a:latin typeface="+mn-ea"/>
                </a:rPr>
                <a:t>…</a:t>
              </a:r>
            </a:p>
          </p:txBody>
        </p:sp>
        <p:sp>
          <p:nvSpPr>
            <p:cNvPr id="118" name="Shape 21">
              <a:extLst>
                <a:ext uri="{FF2B5EF4-FFF2-40B4-BE49-F238E27FC236}">
                  <a16:creationId xmlns:a16="http://schemas.microsoft.com/office/drawing/2014/main" id="{8CFC32DD-618A-B156-693A-EC3A7A98DD85}"/>
                </a:ext>
              </a:extLst>
            </p:cNvPr>
            <p:cNvSpPr/>
            <p:nvPr/>
          </p:nvSpPr>
          <p:spPr>
            <a:xfrm>
              <a:off x="4974336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119" name="Text 22">
              <a:extLst>
                <a:ext uri="{FF2B5EF4-FFF2-40B4-BE49-F238E27FC236}">
                  <a16:creationId xmlns:a16="http://schemas.microsoft.com/office/drawing/2014/main" id="{6AF37476-4A4B-75A1-2ECE-F7BE65A19C6C}"/>
                </a:ext>
              </a:extLst>
            </p:cNvPr>
            <p:cNvSpPr/>
            <p:nvPr/>
          </p:nvSpPr>
          <p:spPr>
            <a:xfrm>
              <a:off x="4974336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100" dirty="0">
                  <a:latin typeface="+mn-ea"/>
                </a:rPr>
                <a:t>…</a:t>
              </a:r>
            </a:p>
          </p:txBody>
        </p:sp>
        <p:sp>
          <p:nvSpPr>
            <p:cNvPr id="120" name="Shape 23">
              <a:extLst>
                <a:ext uri="{FF2B5EF4-FFF2-40B4-BE49-F238E27FC236}">
                  <a16:creationId xmlns:a16="http://schemas.microsoft.com/office/drawing/2014/main" id="{3C9A076D-1264-AEC3-CA25-1483B7270077}"/>
                </a:ext>
              </a:extLst>
            </p:cNvPr>
            <p:cNvSpPr/>
            <p:nvPr/>
          </p:nvSpPr>
          <p:spPr>
            <a:xfrm>
              <a:off x="5541264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121" name="Text 24">
              <a:extLst>
                <a:ext uri="{FF2B5EF4-FFF2-40B4-BE49-F238E27FC236}">
                  <a16:creationId xmlns:a16="http://schemas.microsoft.com/office/drawing/2014/main" id="{7757F011-FBBF-A676-F29B-0FC49D7453AF}"/>
                </a:ext>
              </a:extLst>
            </p:cNvPr>
            <p:cNvSpPr/>
            <p:nvPr/>
          </p:nvSpPr>
          <p:spPr>
            <a:xfrm>
              <a:off x="5541264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100" dirty="0">
                  <a:latin typeface="+mn-ea"/>
                </a:rPr>
                <a:t>…</a:t>
              </a:r>
            </a:p>
          </p:txBody>
        </p:sp>
        <p:sp>
          <p:nvSpPr>
            <p:cNvPr id="122" name="Shape 25">
              <a:extLst>
                <a:ext uri="{FF2B5EF4-FFF2-40B4-BE49-F238E27FC236}">
                  <a16:creationId xmlns:a16="http://schemas.microsoft.com/office/drawing/2014/main" id="{C05F0E45-5F43-FC91-08AC-D2DC4E5F3870}"/>
                </a:ext>
              </a:extLst>
            </p:cNvPr>
            <p:cNvSpPr/>
            <p:nvPr/>
          </p:nvSpPr>
          <p:spPr>
            <a:xfrm>
              <a:off x="6108192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123" name="Text 26">
              <a:extLst>
                <a:ext uri="{FF2B5EF4-FFF2-40B4-BE49-F238E27FC236}">
                  <a16:creationId xmlns:a16="http://schemas.microsoft.com/office/drawing/2014/main" id="{18839650-BF54-9BE9-64A7-A040853B953E}"/>
                </a:ext>
              </a:extLst>
            </p:cNvPr>
            <p:cNvSpPr/>
            <p:nvPr/>
          </p:nvSpPr>
          <p:spPr>
            <a:xfrm>
              <a:off x="6108192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latin typeface="+mn-ea"/>
                </a:rPr>
                <a:t>…</a:t>
              </a:r>
            </a:p>
          </p:txBody>
        </p:sp>
        <p:sp>
          <p:nvSpPr>
            <p:cNvPr id="124" name="Shape 27">
              <a:extLst>
                <a:ext uri="{FF2B5EF4-FFF2-40B4-BE49-F238E27FC236}">
                  <a16:creationId xmlns:a16="http://schemas.microsoft.com/office/drawing/2014/main" id="{273805D7-E3DA-4EC0-4B90-E39375D280EE}"/>
                </a:ext>
              </a:extLst>
            </p:cNvPr>
            <p:cNvSpPr/>
            <p:nvPr/>
          </p:nvSpPr>
          <p:spPr>
            <a:xfrm>
              <a:off x="6675120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125" name="Text 28">
              <a:extLst>
                <a:ext uri="{FF2B5EF4-FFF2-40B4-BE49-F238E27FC236}">
                  <a16:creationId xmlns:a16="http://schemas.microsoft.com/office/drawing/2014/main" id="{EE29CAA6-E286-2707-3419-CC75A0BE7238}"/>
                </a:ext>
              </a:extLst>
            </p:cNvPr>
            <p:cNvSpPr/>
            <p:nvPr/>
          </p:nvSpPr>
          <p:spPr>
            <a:xfrm>
              <a:off x="6675120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…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126" name="Shape 29">
              <a:extLst>
                <a:ext uri="{FF2B5EF4-FFF2-40B4-BE49-F238E27FC236}">
                  <a16:creationId xmlns:a16="http://schemas.microsoft.com/office/drawing/2014/main" id="{20F08972-BDF6-1B21-19B9-7F10DD204728}"/>
                </a:ext>
              </a:extLst>
            </p:cNvPr>
            <p:cNvSpPr/>
            <p:nvPr/>
          </p:nvSpPr>
          <p:spPr>
            <a:xfrm>
              <a:off x="7242048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127" name="Text 30">
              <a:extLst>
                <a:ext uri="{FF2B5EF4-FFF2-40B4-BE49-F238E27FC236}">
                  <a16:creationId xmlns:a16="http://schemas.microsoft.com/office/drawing/2014/main" id="{D6998F18-CB92-9FE9-E54F-BAEDFD25C589}"/>
                </a:ext>
              </a:extLst>
            </p:cNvPr>
            <p:cNvSpPr/>
            <p:nvPr/>
          </p:nvSpPr>
          <p:spPr>
            <a:xfrm>
              <a:off x="7242048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100" dirty="0">
                  <a:latin typeface="+mn-ea"/>
                </a:rPr>
                <a:t>…</a:t>
              </a:r>
            </a:p>
          </p:txBody>
        </p:sp>
        <p:sp>
          <p:nvSpPr>
            <p:cNvPr id="128" name="Shape 31">
              <a:extLst>
                <a:ext uri="{FF2B5EF4-FFF2-40B4-BE49-F238E27FC236}">
                  <a16:creationId xmlns:a16="http://schemas.microsoft.com/office/drawing/2014/main" id="{A745225D-03E4-B72E-63A7-2E403E29CD46}"/>
                </a:ext>
              </a:extLst>
            </p:cNvPr>
            <p:cNvSpPr/>
            <p:nvPr/>
          </p:nvSpPr>
          <p:spPr>
            <a:xfrm>
              <a:off x="7808976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129" name="Text 32">
              <a:extLst>
                <a:ext uri="{FF2B5EF4-FFF2-40B4-BE49-F238E27FC236}">
                  <a16:creationId xmlns:a16="http://schemas.microsoft.com/office/drawing/2014/main" id="{CD933542-A14A-D48F-B0FB-38ECA233701E}"/>
                </a:ext>
              </a:extLst>
            </p:cNvPr>
            <p:cNvSpPr/>
            <p:nvPr/>
          </p:nvSpPr>
          <p:spPr>
            <a:xfrm>
              <a:off x="7808976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100" dirty="0">
                  <a:latin typeface="+mn-ea"/>
                </a:rPr>
                <a:t>…</a:t>
              </a:r>
            </a:p>
          </p:txBody>
        </p:sp>
        <p:sp>
          <p:nvSpPr>
            <p:cNvPr id="130" name="Shape 33">
              <a:extLst>
                <a:ext uri="{FF2B5EF4-FFF2-40B4-BE49-F238E27FC236}">
                  <a16:creationId xmlns:a16="http://schemas.microsoft.com/office/drawing/2014/main" id="{E38329E9-9297-3CFB-19A4-0CE239B08FB0}"/>
                </a:ext>
              </a:extLst>
            </p:cNvPr>
            <p:cNvSpPr/>
            <p:nvPr/>
          </p:nvSpPr>
          <p:spPr>
            <a:xfrm>
              <a:off x="8375904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131" name="Text 34">
              <a:extLst>
                <a:ext uri="{FF2B5EF4-FFF2-40B4-BE49-F238E27FC236}">
                  <a16:creationId xmlns:a16="http://schemas.microsoft.com/office/drawing/2014/main" id="{8370C85C-6D47-A42A-65FC-ABE3B8BA1AD2}"/>
                </a:ext>
              </a:extLst>
            </p:cNvPr>
            <p:cNvSpPr/>
            <p:nvPr/>
          </p:nvSpPr>
          <p:spPr>
            <a:xfrm>
              <a:off x="8375904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100" dirty="0">
                  <a:latin typeface="+mn-ea"/>
                </a:rPr>
                <a:t>…</a:t>
              </a:r>
            </a:p>
          </p:txBody>
        </p:sp>
        <p:sp>
          <p:nvSpPr>
            <p:cNvPr id="132" name="Shape 35">
              <a:extLst>
                <a:ext uri="{FF2B5EF4-FFF2-40B4-BE49-F238E27FC236}">
                  <a16:creationId xmlns:a16="http://schemas.microsoft.com/office/drawing/2014/main" id="{5E4F71A0-F11D-0F47-35D6-72307B825F8A}"/>
                </a:ext>
              </a:extLst>
            </p:cNvPr>
            <p:cNvSpPr/>
            <p:nvPr/>
          </p:nvSpPr>
          <p:spPr>
            <a:xfrm>
              <a:off x="8942832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133" name="Text 36">
              <a:extLst>
                <a:ext uri="{FF2B5EF4-FFF2-40B4-BE49-F238E27FC236}">
                  <a16:creationId xmlns:a16="http://schemas.microsoft.com/office/drawing/2014/main" id="{162AABF4-C373-2F18-E9E9-C65FADCB11A9}"/>
                </a:ext>
              </a:extLst>
            </p:cNvPr>
            <p:cNvSpPr/>
            <p:nvPr/>
          </p:nvSpPr>
          <p:spPr>
            <a:xfrm>
              <a:off x="8942832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x0~</a:t>
              </a:r>
            </a:p>
            <a:p>
              <a:pPr algn="ctr"/>
              <a:r>
                <a:rPr lang="en-US" altLang="ko-KR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x65279</a:t>
              </a:r>
              <a:endParaRPr lang="en-US" altLang="ko-KR" sz="1100" dirty="0">
                <a:latin typeface="+mn-ea"/>
              </a:endParaRPr>
            </a:p>
          </p:txBody>
        </p:sp>
        <p:sp>
          <p:nvSpPr>
            <p:cNvPr id="134" name="Shape 37">
              <a:extLst>
                <a:ext uri="{FF2B5EF4-FFF2-40B4-BE49-F238E27FC236}">
                  <a16:creationId xmlns:a16="http://schemas.microsoft.com/office/drawing/2014/main" id="{938130DD-45D0-C80B-9C31-1E27174974DE}"/>
                </a:ext>
              </a:extLst>
            </p:cNvPr>
            <p:cNvSpPr/>
            <p:nvPr/>
          </p:nvSpPr>
          <p:spPr>
            <a:xfrm>
              <a:off x="9509760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latin typeface="+mn-ea"/>
              </a:endParaRPr>
            </a:p>
          </p:txBody>
        </p:sp>
        <p:sp>
          <p:nvSpPr>
            <p:cNvPr id="135" name="Text 38">
              <a:extLst>
                <a:ext uri="{FF2B5EF4-FFF2-40B4-BE49-F238E27FC236}">
                  <a16:creationId xmlns:a16="http://schemas.microsoft.com/office/drawing/2014/main" id="{29D63C1A-0059-F1D6-84D3-EAAC8D0CFECE}"/>
                </a:ext>
              </a:extLst>
            </p:cNvPr>
            <p:cNvSpPr/>
            <p:nvPr/>
          </p:nvSpPr>
          <p:spPr>
            <a:xfrm>
              <a:off x="9509760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x0~</a:t>
              </a: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1E3A5F"/>
                  </a:solidFill>
                  <a:latin typeface="+mn-ea"/>
                  <a:cs typeface="Consolas" pitchFamily="34" charset="-120"/>
                </a:rPr>
                <a:t>x65535</a:t>
              </a:r>
              <a:endParaRPr lang="en-US" sz="1100" dirty="0">
                <a:latin typeface="+mn-ea"/>
              </a:endParaRPr>
            </a:p>
          </p:txBody>
        </p:sp>
      </p:grp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BD579A9F-D908-1485-4F93-9D70DD173B33}"/>
              </a:ext>
            </a:extLst>
          </p:cNvPr>
          <p:cNvGrpSpPr/>
          <p:nvPr/>
        </p:nvGrpSpPr>
        <p:grpSpPr>
          <a:xfrm>
            <a:off x="838200" y="5866855"/>
            <a:ext cx="10515600" cy="489494"/>
            <a:chOff x="1005840" y="1234440"/>
            <a:chExt cx="9025494" cy="384048"/>
          </a:xfrm>
        </p:grpSpPr>
        <p:sp>
          <p:nvSpPr>
            <p:cNvPr id="137" name="Shape 7">
              <a:extLst>
                <a:ext uri="{FF2B5EF4-FFF2-40B4-BE49-F238E27FC236}">
                  <a16:creationId xmlns:a16="http://schemas.microsoft.com/office/drawing/2014/main" id="{09450933-BCF1-CDB9-3EDE-C7F4C93F2B15}"/>
                </a:ext>
              </a:extLst>
            </p:cNvPr>
            <p:cNvSpPr/>
            <p:nvPr/>
          </p:nvSpPr>
          <p:spPr>
            <a:xfrm>
              <a:off x="1005840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138" name="Text 8">
              <a:extLst>
                <a:ext uri="{FF2B5EF4-FFF2-40B4-BE49-F238E27FC236}">
                  <a16:creationId xmlns:a16="http://schemas.microsoft.com/office/drawing/2014/main" id="{656A7E8D-4D71-B8E5-A034-A830BE3B00C6}"/>
                </a:ext>
              </a:extLst>
            </p:cNvPr>
            <p:cNvSpPr/>
            <p:nvPr/>
          </p:nvSpPr>
          <p:spPr>
            <a:xfrm>
              <a:off x="1005840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latin typeface="+mn-ea"/>
                  <a:cs typeface="Consolas" pitchFamily="34" charset="-120"/>
                </a:rPr>
                <a:t>x0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139" name="Shape 9">
              <a:extLst>
                <a:ext uri="{FF2B5EF4-FFF2-40B4-BE49-F238E27FC236}">
                  <a16:creationId xmlns:a16="http://schemas.microsoft.com/office/drawing/2014/main" id="{44E07A96-FD3C-25D1-2E60-1D64FD76BAC1}"/>
                </a:ext>
              </a:extLst>
            </p:cNvPr>
            <p:cNvSpPr/>
            <p:nvPr/>
          </p:nvSpPr>
          <p:spPr>
            <a:xfrm>
              <a:off x="1572768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140" name="Text 10">
              <a:extLst>
                <a:ext uri="{FF2B5EF4-FFF2-40B4-BE49-F238E27FC236}">
                  <a16:creationId xmlns:a16="http://schemas.microsoft.com/office/drawing/2014/main" id="{5FA1EFAA-9F56-CBEE-CB05-7BE4A07FCA16}"/>
                </a:ext>
              </a:extLst>
            </p:cNvPr>
            <p:cNvSpPr/>
            <p:nvPr/>
          </p:nvSpPr>
          <p:spPr>
            <a:xfrm>
              <a:off x="1572768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latin typeface="+mn-ea"/>
                  <a:cs typeface="Consolas" pitchFamily="34" charset="-120"/>
                </a:rPr>
                <a:t>x0~</a:t>
              </a:r>
            </a:p>
            <a:p>
              <a:pPr marL="0" indent="0" algn="ctr">
                <a:buNone/>
              </a:pPr>
              <a:r>
                <a:rPr lang="en-US" sz="1100" dirty="0">
                  <a:latin typeface="+mn-ea"/>
                  <a:cs typeface="Consolas" pitchFamily="34" charset="-120"/>
                </a:rPr>
                <a:t>x1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141" name="Shape 11">
              <a:extLst>
                <a:ext uri="{FF2B5EF4-FFF2-40B4-BE49-F238E27FC236}">
                  <a16:creationId xmlns:a16="http://schemas.microsoft.com/office/drawing/2014/main" id="{BC018B43-6ED0-BC8F-7DDA-65147FC11409}"/>
                </a:ext>
              </a:extLst>
            </p:cNvPr>
            <p:cNvSpPr/>
            <p:nvPr/>
          </p:nvSpPr>
          <p:spPr>
            <a:xfrm>
              <a:off x="2139696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142" name="Text 12">
              <a:extLst>
                <a:ext uri="{FF2B5EF4-FFF2-40B4-BE49-F238E27FC236}">
                  <a16:creationId xmlns:a16="http://schemas.microsoft.com/office/drawing/2014/main" id="{04896DCA-E959-6264-A845-5085B327B3DE}"/>
                </a:ext>
              </a:extLst>
            </p:cNvPr>
            <p:cNvSpPr/>
            <p:nvPr/>
          </p:nvSpPr>
          <p:spPr>
            <a:xfrm>
              <a:off x="2139696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latin typeface="+mn-ea"/>
                  <a:cs typeface="Consolas" pitchFamily="34" charset="-120"/>
                </a:rPr>
                <a:t>…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143" name="Shape 13">
              <a:extLst>
                <a:ext uri="{FF2B5EF4-FFF2-40B4-BE49-F238E27FC236}">
                  <a16:creationId xmlns:a16="http://schemas.microsoft.com/office/drawing/2014/main" id="{6101D3D5-5746-341E-5CBF-CEE00A41D5EB}"/>
                </a:ext>
              </a:extLst>
            </p:cNvPr>
            <p:cNvSpPr/>
            <p:nvPr/>
          </p:nvSpPr>
          <p:spPr>
            <a:xfrm>
              <a:off x="2706624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144" name="Text 14">
              <a:extLst>
                <a:ext uri="{FF2B5EF4-FFF2-40B4-BE49-F238E27FC236}">
                  <a16:creationId xmlns:a16="http://schemas.microsoft.com/office/drawing/2014/main" id="{BFBD5A9F-40E6-38C7-CD62-9E46B9666011}"/>
                </a:ext>
              </a:extLst>
            </p:cNvPr>
            <p:cNvSpPr/>
            <p:nvPr/>
          </p:nvSpPr>
          <p:spPr>
            <a:xfrm>
              <a:off x="2706624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latin typeface="+mn-ea"/>
                  <a:cs typeface="Consolas" pitchFamily="34" charset="-120"/>
                </a:rPr>
                <a:t>x0~</a:t>
              </a:r>
            </a:p>
            <a:p>
              <a:pPr marL="0" indent="0" algn="ctr">
                <a:buNone/>
              </a:pPr>
              <a:r>
                <a:rPr lang="en-US" sz="1100" dirty="0">
                  <a:latin typeface="+mn-ea"/>
                  <a:cs typeface="Consolas" pitchFamily="34" charset="-120"/>
                </a:rPr>
                <a:t>x255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145" name="Shape 15">
              <a:extLst>
                <a:ext uri="{FF2B5EF4-FFF2-40B4-BE49-F238E27FC236}">
                  <a16:creationId xmlns:a16="http://schemas.microsoft.com/office/drawing/2014/main" id="{FF623C6C-1B7C-23F3-8196-5491632BEA0E}"/>
                </a:ext>
              </a:extLst>
            </p:cNvPr>
            <p:cNvSpPr/>
            <p:nvPr/>
          </p:nvSpPr>
          <p:spPr>
            <a:xfrm>
              <a:off x="3273552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146" name="Text 16">
              <a:extLst>
                <a:ext uri="{FF2B5EF4-FFF2-40B4-BE49-F238E27FC236}">
                  <a16:creationId xmlns:a16="http://schemas.microsoft.com/office/drawing/2014/main" id="{9DC3E085-0DF7-835F-DF8C-7A57E083A9DA}"/>
                </a:ext>
              </a:extLst>
            </p:cNvPr>
            <p:cNvSpPr/>
            <p:nvPr/>
          </p:nvSpPr>
          <p:spPr>
            <a:xfrm>
              <a:off x="3273552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C00000"/>
                  </a:solidFill>
                  <a:latin typeface="+mn-ea"/>
                  <a:cs typeface="Consolas" pitchFamily="34" charset="-120"/>
                </a:rPr>
                <a:t>x0~</a:t>
              </a: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C00000"/>
                  </a:solidFill>
                  <a:latin typeface="+mn-ea"/>
                  <a:cs typeface="Consolas" pitchFamily="34" charset="-120"/>
                </a:rPr>
                <a:t>x256</a:t>
              </a:r>
              <a:endParaRPr lang="en-US" sz="1100" dirty="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147" name="Shape 17">
              <a:extLst>
                <a:ext uri="{FF2B5EF4-FFF2-40B4-BE49-F238E27FC236}">
                  <a16:creationId xmlns:a16="http://schemas.microsoft.com/office/drawing/2014/main" id="{CD81377E-4BBE-DDD3-B3F4-DDEECCD5A872}"/>
                </a:ext>
              </a:extLst>
            </p:cNvPr>
            <p:cNvSpPr/>
            <p:nvPr/>
          </p:nvSpPr>
          <p:spPr>
            <a:xfrm>
              <a:off x="3840480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148" name="Text 18">
              <a:extLst>
                <a:ext uri="{FF2B5EF4-FFF2-40B4-BE49-F238E27FC236}">
                  <a16:creationId xmlns:a16="http://schemas.microsoft.com/office/drawing/2014/main" id="{595D9872-167A-0199-2FBE-39A7D750955A}"/>
                </a:ext>
              </a:extLst>
            </p:cNvPr>
            <p:cNvSpPr/>
            <p:nvPr/>
          </p:nvSpPr>
          <p:spPr>
            <a:xfrm>
              <a:off x="3840480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C00000"/>
                  </a:solidFill>
                  <a:latin typeface="+mn-ea"/>
                  <a:cs typeface="Consolas" pitchFamily="34" charset="-120"/>
                </a:rPr>
                <a:t>x0~</a:t>
              </a: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C00000"/>
                  </a:solidFill>
                  <a:latin typeface="+mn-ea"/>
                  <a:cs typeface="Consolas" pitchFamily="34" charset="-120"/>
                </a:rPr>
                <a:t>x257</a:t>
              </a:r>
              <a:endParaRPr lang="en-US" sz="1100" dirty="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149" name="Shape 19">
              <a:extLst>
                <a:ext uri="{FF2B5EF4-FFF2-40B4-BE49-F238E27FC236}">
                  <a16:creationId xmlns:a16="http://schemas.microsoft.com/office/drawing/2014/main" id="{CE6552E6-ECED-6745-AF0A-60B3D835E83E}"/>
                </a:ext>
              </a:extLst>
            </p:cNvPr>
            <p:cNvSpPr/>
            <p:nvPr/>
          </p:nvSpPr>
          <p:spPr>
            <a:xfrm>
              <a:off x="4407408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150" name="Text 20">
              <a:extLst>
                <a:ext uri="{FF2B5EF4-FFF2-40B4-BE49-F238E27FC236}">
                  <a16:creationId xmlns:a16="http://schemas.microsoft.com/office/drawing/2014/main" id="{84111D8B-3C0D-3A09-81D0-791072039885}"/>
                </a:ext>
              </a:extLst>
            </p:cNvPr>
            <p:cNvSpPr/>
            <p:nvPr/>
          </p:nvSpPr>
          <p:spPr>
            <a:xfrm>
              <a:off x="4407408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C00000"/>
                  </a:solidFill>
                  <a:latin typeface="+mn-ea"/>
                  <a:cs typeface="Consolas" pitchFamily="34" charset="-120"/>
                </a:rPr>
                <a:t>…</a:t>
              </a:r>
              <a:endParaRPr lang="en-US" sz="1100" dirty="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151" name="Shape 21">
              <a:extLst>
                <a:ext uri="{FF2B5EF4-FFF2-40B4-BE49-F238E27FC236}">
                  <a16:creationId xmlns:a16="http://schemas.microsoft.com/office/drawing/2014/main" id="{A58382A6-2F5E-7AAA-94A5-C1BFCA494C73}"/>
                </a:ext>
              </a:extLst>
            </p:cNvPr>
            <p:cNvSpPr/>
            <p:nvPr/>
          </p:nvSpPr>
          <p:spPr>
            <a:xfrm>
              <a:off x="4974336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152" name="Text 22">
              <a:extLst>
                <a:ext uri="{FF2B5EF4-FFF2-40B4-BE49-F238E27FC236}">
                  <a16:creationId xmlns:a16="http://schemas.microsoft.com/office/drawing/2014/main" id="{282E93DC-9566-E9A3-AD9C-F867861E0EA0}"/>
                </a:ext>
              </a:extLst>
            </p:cNvPr>
            <p:cNvSpPr/>
            <p:nvPr/>
          </p:nvSpPr>
          <p:spPr>
            <a:xfrm>
              <a:off x="4974336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C00000"/>
                  </a:solidFill>
                  <a:latin typeface="+mn-ea"/>
                  <a:cs typeface="Consolas" pitchFamily="34" charset="-120"/>
                </a:rPr>
                <a:t>x0~</a:t>
              </a: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C00000"/>
                  </a:solidFill>
                  <a:latin typeface="+mn-ea"/>
                  <a:cs typeface="Consolas" pitchFamily="34" charset="-120"/>
                </a:rPr>
                <a:t>x511</a:t>
              </a:r>
              <a:endParaRPr lang="en-US" sz="1100" dirty="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153" name="Shape 23">
              <a:extLst>
                <a:ext uri="{FF2B5EF4-FFF2-40B4-BE49-F238E27FC236}">
                  <a16:creationId xmlns:a16="http://schemas.microsoft.com/office/drawing/2014/main" id="{1E2E6659-8B0C-CAC3-A09E-918553CD00DE}"/>
                </a:ext>
              </a:extLst>
            </p:cNvPr>
            <p:cNvSpPr/>
            <p:nvPr/>
          </p:nvSpPr>
          <p:spPr>
            <a:xfrm>
              <a:off x="5541264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154" name="Text 24">
              <a:extLst>
                <a:ext uri="{FF2B5EF4-FFF2-40B4-BE49-F238E27FC236}">
                  <a16:creationId xmlns:a16="http://schemas.microsoft.com/office/drawing/2014/main" id="{DBC3DC5F-D4AA-5410-BB28-D6C7BB4741DD}"/>
                </a:ext>
              </a:extLst>
            </p:cNvPr>
            <p:cNvSpPr/>
            <p:nvPr/>
          </p:nvSpPr>
          <p:spPr>
            <a:xfrm>
              <a:off x="5541264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C00000"/>
                  </a:solidFill>
                  <a:latin typeface="+mn-ea"/>
                  <a:cs typeface="Consolas" pitchFamily="34" charset="-120"/>
                </a:rPr>
                <a:t>x0~</a:t>
              </a: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C00000"/>
                  </a:solidFill>
                  <a:latin typeface="+mn-ea"/>
                  <a:cs typeface="Consolas" pitchFamily="34" charset="-120"/>
                </a:rPr>
                <a:t>x512</a:t>
              </a:r>
              <a:endParaRPr lang="en-US" sz="1100" dirty="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155" name="Shape 25">
              <a:extLst>
                <a:ext uri="{FF2B5EF4-FFF2-40B4-BE49-F238E27FC236}">
                  <a16:creationId xmlns:a16="http://schemas.microsoft.com/office/drawing/2014/main" id="{4E821D1B-D570-7841-4EB1-F0F93F16D4FD}"/>
                </a:ext>
              </a:extLst>
            </p:cNvPr>
            <p:cNvSpPr/>
            <p:nvPr/>
          </p:nvSpPr>
          <p:spPr>
            <a:xfrm>
              <a:off x="6108192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156" name="Text 26">
              <a:extLst>
                <a:ext uri="{FF2B5EF4-FFF2-40B4-BE49-F238E27FC236}">
                  <a16:creationId xmlns:a16="http://schemas.microsoft.com/office/drawing/2014/main" id="{348A7D55-FAF2-C644-DA57-A25A71019836}"/>
                </a:ext>
              </a:extLst>
            </p:cNvPr>
            <p:cNvSpPr/>
            <p:nvPr/>
          </p:nvSpPr>
          <p:spPr>
            <a:xfrm>
              <a:off x="6108192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C00000"/>
                  </a:solidFill>
                  <a:latin typeface="+mn-ea"/>
                </a:rPr>
                <a:t>…</a:t>
              </a:r>
            </a:p>
          </p:txBody>
        </p:sp>
        <p:sp>
          <p:nvSpPr>
            <p:cNvPr id="157" name="Shape 27">
              <a:extLst>
                <a:ext uri="{FF2B5EF4-FFF2-40B4-BE49-F238E27FC236}">
                  <a16:creationId xmlns:a16="http://schemas.microsoft.com/office/drawing/2014/main" id="{ED719EA7-7D06-9231-1F40-E668C4E620FF}"/>
                </a:ext>
              </a:extLst>
            </p:cNvPr>
            <p:cNvSpPr/>
            <p:nvPr/>
          </p:nvSpPr>
          <p:spPr>
            <a:xfrm>
              <a:off x="6675120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158" name="Text 28">
              <a:extLst>
                <a:ext uri="{FF2B5EF4-FFF2-40B4-BE49-F238E27FC236}">
                  <a16:creationId xmlns:a16="http://schemas.microsoft.com/office/drawing/2014/main" id="{D315DC2A-8B86-1F88-8528-30279128867A}"/>
                </a:ext>
              </a:extLst>
            </p:cNvPr>
            <p:cNvSpPr/>
            <p:nvPr/>
          </p:nvSpPr>
          <p:spPr>
            <a:xfrm>
              <a:off x="6675120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C00000"/>
                  </a:solidFill>
                  <a:latin typeface="+mn-ea"/>
                  <a:cs typeface="Consolas" pitchFamily="34" charset="-120"/>
                </a:rPr>
                <a:t>…</a:t>
              </a:r>
              <a:endParaRPr lang="en-US" sz="1100" dirty="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159" name="Shape 29">
              <a:extLst>
                <a:ext uri="{FF2B5EF4-FFF2-40B4-BE49-F238E27FC236}">
                  <a16:creationId xmlns:a16="http://schemas.microsoft.com/office/drawing/2014/main" id="{BC366DD5-0189-4932-31BF-94FEFA4FA6B5}"/>
                </a:ext>
              </a:extLst>
            </p:cNvPr>
            <p:cNvSpPr/>
            <p:nvPr/>
          </p:nvSpPr>
          <p:spPr>
            <a:xfrm>
              <a:off x="7242048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160" name="Text 30">
              <a:extLst>
                <a:ext uri="{FF2B5EF4-FFF2-40B4-BE49-F238E27FC236}">
                  <a16:creationId xmlns:a16="http://schemas.microsoft.com/office/drawing/2014/main" id="{E29EA3F7-806C-5FBC-0AD6-60812C3487F1}"/>
                </a:ext>
              </a:extLst>
            </p:cNvPr>
            <p:cNvSpPr/>
            <p:nvPr/>
          </p:nvSpPr>
          <p:spPr>
            <a:xfrm>
              <a:off x="7242048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C00000"/>
                  </a:solidFill>
                  <a:latin typeface="+mn-ea"/>
                  <a:cs typeface="Consolas" pitchFamily="34" charset="-120"/>
                </a:rPr>
                <a:t>x0~</a:t>
              </a: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C00000"/>
                  </a:solidFill>
                  <a:latin typeface="+mn-ea"/>
                  <a:cs typeface="Consolas" pitchFamily="34" charset="-120"/>
                </a:rPr>
                <a:t>x65279</a:t>
              </a:r>
              <a:endParaRPr lang="en-US" sz="1100" dirty="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161" name="Shape 31">
              <a:extLst>
                <a:ext uri="{FF2B5EF4-FFF2-40B4-BE49-F238E27FC236}">
                  <a16:creationId xmlns:a16="http://schemas.microsoft.com/office/drawing/2014/main" id="{8321CE9B-D68F-5926-9A4D-34DA758F3EF2}"/>
                </a:ext>
              </a:extLst>
            </p:cNvPr>
            <p:cNvSpPr/>
            <p:nvPr/>
          </p:nvSpPr>
          <p:spPr>
            <a:xfrm>
              <a:off x="7808976" y="1234440"/>
              <a:ext cx="521574" cy="384048"/>
            </a:xfrm>
            <a:prstGeom prst="rect">
              <a:avLst/>
            </a:prstGeom>
            <a:solidFill>
              <a:srgbClr val="EEF2F7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162" name="Text 32">
              <a:extLst>
                <a:ext uri="{FF2B5EF4-FFF2-40B4-BE49-F238E27FC236}">
                  <a16:creationId xmlns:a16="http://schemas.microsoft.com/office/drawing/2014/main" id="{3B0D834D-C1EA-FBF7-CBFB-0A4AD83F15E7}"/>
                </a:ext>
              </a:extLst>
            </p:cNvPr>
            <p:cNvSpPr/>
            <p:nvPr/>
          </p:nvSpPr>
          <p:spPr>
            <a:xfrm>
              <a:off x="7808976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C00000"/>
                  </a:solidFill>
                  <a:latin typeface="+mn-ea"/>
                  <a:cs typeface="Consolas" pitchFamily="34" charset="-120"/>
                </a:rPr>
                <a:t>x0~</a:t>
              </a: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C00000"/>
                  </a:solidFill>
                  <a:latin typeface="+mn-ea"/>
                  <a:cs typeface="Consolas" pitchFamily="34" charset="-120"/>
                </a:rPr>
                <a:t>x65280</a:t>
              </a:r>
              <a:endParaRPr lang="en-US" sz="1100" dirty="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163" name="Shape 33">
              <a:extLst>
                <a:ext uri="{FF2B5EF4-FFF2-40B4-BE49-F238E27FC236}">
                  <a16:creationId xmlns:a16="http://schemas.microsoft.com/office/drawing/2014/main" id="{E3F94E51-C39E-723C-A19A-F37C5754A37B}"/>
                </a:ext>
              </a:extLst>
            </p:cNvPr>
            <p:cNvSpPr/>
            <p:nvPr/>
          </p:nvSpPr>
          <p:spPr>
            <a:xfrm>
              <a:off x="8375904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164" name="Text 34">
              <a:extLst>
                <a:ext uri="{FF2B5EF4-FFF2-40B4-BE49-F238E27FC236}">
                  <a16:creationId xmlns:a16="http://schemas.microsoft.com/office/drawing/2014/main" id="{8E2653CE-9675-D12F-3BB2-0307E6DF69D5}"/>
                </a:ext>
              </a:extLst>
            </p:cNvPr>
            <p:cNvSpPr/>
            <p:nvPr/>
          </p:nvSpPr>
          <p:spPr>
            <a:xfrm>
              <a:off x="8375904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C00000"/>
                  </a:solidFill>
                  <a:latin typeface="+mn-ea"/>
                  <a:cs typeface="Consolas" pitchFamily="34" charset="-120"/>
                </a:rPr>
                <a:t>x0~</a:t>
              </a: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C00000"/>
                  </a:solidFill>
                  <a:latin typeface="+mn-ea"/>
                  <a:cs typeface="Consolas" pitchFamily="34" charset="-120"/>
                </a:rPr>
                <a:t>x65281</a:t>
              </a:r>
              <a:endParaRPr lang="en-US" sz="1100" dirty="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165" name="Shape 35">
              <a:extLst>
                <a:ext uri="{FF2B5EF4-FFF2-40B4-BE49-F238E27FC236}">
                  <a16:creationId xmlns:a16="http://schemas.microsoft.com/office/drawing/2014/main" id="{D8D7D753-404A-E1C8-74C1-5A264C84A786}"/>
                </a:ext>
              </a:extLst>
            </p:cNvPr>
            <p:cNvSpPr/>
            <p:nvPr/>
          </p:nvSpPr>
          <p:spPr>
            <a:xfrm>
              <a:off x="8942832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166" name="Text 36">
              <a:extLst>
                <a:ext uri="{FF2B5EF4-FFF2-40B4-BE49-F238E27FC236}">
                  <a16:creationId xmlns:a16="http://schemas.microsoft.com/office/drawing/2014/main" id="{8CF6B4A4-9637-8E87-4303-1AC033A1B1B2}"/>
                </a:ext>
              </a:extLst>
            </p:cNvPr>
            <p:cNvSpPr/>
            <p:nvPr/>
          </p:nvSpPr>
          <p:spPr>
            <a:xfrm>
              <a:off x="8942832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C00000"/>
                  </a:solidFill>
                  <a:latin typeface="+mn-ea"/>
                </a:rPr>
                <a:t>…</a:t>
              </a:r>
            </a:p>
          </p:txBody>
        </p:sp>
        <p:sp>
          <p:nvSpPr>
            <p:cNvPr id="167" name="Shape 37">
              <a:extLst>
                <a:ext uri="{FF2B5EF4-FFF2-40B4-BE49-F238E27FC236}">
                  <a16:creationId xmlns:a16="http://schemas.microsoft.com/office/drawing/2014/main" id="{1B6A17E5-0423-E2C7-45A9-D5373ED8DB29}"/>
                </a:ext>
              </a:extLst>
            </p:cNvPr>
            <p:cNvSpPr/>
            <p:nvPr/>
          </p:nvSpPr>
          <p:spPr>
            <a:xfrm>
              <a:off x="9509760" y="1234440"/>
              <a:ext cx="521574" cy="384048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ko-KR" altLang="en-US" sz="1100">
                <a:solidFill>
                  <a:srgbClr val="C00000"/>
                </a:solidFill>
                <a:latin typeface="+mn-ea"/>
              </a:endParaRPr>
            </a:p>
          </p:txBody>
        </p:sp>
        <p:sp>
          <p:nvSpPr>
            <p:cNvPr id="168" name="Text 38">
              <a:extLst>
                <a:ext uri="{FF2B5EF4-FFF2-40B4-BE49-F238E27FC236}">
                  <a16:creationId xmlns:a16="http://schemas.microsoft.com/office/drawing/2014/main" id="{87087372-8565-E041-534E-A3578C906AB5}"/>
                </a:ext>
              </a:extLst>
            </p:cNvPr>
            <p:cNvSpPr/>
            <p:nvPr/>
          </p:nvSpPr>
          <p:spPr>
            <a:xfrm>
              <a:off x="9509760" y="1234440"/>
              <a:ext cx="521574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C00000"/>
                  </a:solidFill>
                  <a:latin typeface="+mn-ea"/>
                  <a:cs typeface="Consolas" pitchFamily="34" charset="-120"/>
                </a:rPr>
                <a:t>x0~</a:t>
              </a:r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C00000"/>
                  </a:solidFill>
                  <a:latin typeface="+mn-ea"/>
                  <a:cs typeface="Consolas" pitchFamily="34" charset="-120"/>
                </a:rPr>
                <a:t>x65535</a:t>
              </a:r>
              <a:endParaRPr lang="en-US" sz="1100" dirty="0">
                <a:solidFill>
                  <a:srgbClr val="C00000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8076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B9B04B-85A4-0A70-F9C9-D8623C6B4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1AD919-CEEF-5C5F-8A46-8DDCDD009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sz="2000" dirty="0">
                <a:latin typeface="+mn-ea"/>
                <a:ea typeface="+mn-ea"/>
              </a:rPr>
              <a:t>배열의 </a:t>
            </a:r>
            <a:r>
              <a:rPr lang="en-US" altLang="ko-KR" sz="2000" dirty="0">
                <a:latin typeface="+mn-ea"/>
                <a:ea typeface="+mn-ea"/>
              </a:rPr>
              <a:t>prefix </a:t>
            </a:r>
            <a:r>
              <a:rPr lang="ko-KR" altLang="en-US" sz="2000" dirty="0">
                <a:latin typeface="+mn-ea"/>
                <a:ea typeface="+mn-ea"/>
              </a:rPr>
              <a:t>합을 계층적으로 </a:t>
            </a:r>
            <a:r>
              <a:rPr lang="ko-KR" altLang="en-US" sz="2000" dirty="0" err="1">
                <a:latin typeface="+mn-ea"/>
                <a:ea typeface="+mn-ea"/>
              </a:rPr>
              <a:t>구현하시오</a:t>
            </a:r>
            <a:r>
              <a:rPr lang="ko-KR" altLang="en-US" sz="2000" dirty="0">
                <a:latin typeface="+mn-ea"/>
                <a:ea typeface="+mn-ea"/>
              </a:rPr>
              <a:t> </a:t>
            </a:r>
            <a:r>
              <a:rPr lang="en-US" altLang="ko-KR" sz="2000" dirty="0">
                <a:latin typeface="+mn-ea"/>
                <a:ea typeface="+mn-ea"/>
              </a:rPr>
              <a:t>(BLOCK_SIZE = 256, ARRAY_SIZE = 65536)</a:t>
            </a:r>
            <a:endParaRPr lang="ko-KR" altLang="en-US" sz="2000" dirty="0">
              <a:latin typeface="+mn-ea"/>
              <a:ea typeface="+mn-ea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094B639-775E-CC66-B7EF-DC91395BC100}"/>
              </a:ext>
            </a:extLst>
          </p:cNvPr>
          <p:cNvGrpSpPr/>
          <p:nvPr/>
        </p:nvGrpSpPr>
        <p:grpSpPr>
          <a:xfrm>
            <a:off x="838200" y="2047440"/>
            <a:ext cx="10515600" cy="4308907"/>
            <a:chOff x="7239000" y="2089593"/>
            <a:chExt cx="8959385" cy="4023772"/>
          </a:xfrm>
        </p:grpSpPr>
        <p:sp>
          <p:nvSpPr>
            <p:cNvPr id="5" name="Shape 12">
              <a:extLst>
                <a:ext uri="{FF2B5EF4-FFF2-40B4-BE49-F238E27FC236}">
                  <a16:creationId xmlns:a16="http://schemas.microsoft.com/office/drawing/2014/main" id="{F04CFDEB-7FD0-C762-BB38-37B627B40215}"/>
                </a:ext>
              </a:extLst>
            </p:cNvPr>
            <p:cNvSpPr/>
            <p:nvPr/>
          </p:nvSpPr>
          <p:spPr>
            <a:xfrm>
              <a:off x="7239000" y="2290764"/>
              <a:ext cx="8959385" cy="3822601"/>
            </a:xfrm>
            <a:prstGeom prst="rect">
              <a:avLst/>
            </a:prstGeom>
            <a:solidFill>
              <a:srgbClr val="23303E"/>
            </a:solidFill>
            <a:ln w="12700">
              <a:solidFill>
                <a:srgbClr val="2D3B4A"/>
              </a:solidFill>
              <a:prstDash val="solid"/>
            </a:ln>
          </p:spPr>
          <p:txBody>
            <a:bodyPr/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/*! </a:t>
              </a:r>
            </a:p>
            <a:p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*  \brief  Brent-Kung </a:t>
              </a:r>
              <a:r>
                <a:rPr lang="ko-KR" altLang="en-US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알고리즘으로 한 블록의 </a:t>
              </a:r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prefix </a:t>
              </a:r>
              <a:r>
                <a:rPr lang="ko-KR" altLang="en-US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합을 계산</a:t>
              </a:r>
              <a:endParaRPr lang="en-US" altLang="ko-KR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* </a:t>
              </a:r>
            </a:p>
            <a:p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*  \param  X[in]           </a:t>
              </a:r>
              <a:r>
                <a:rPr lang="ko-KR" altLang="en-US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입력 배열</a:t>
              </a:r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(GPU)</a:t>
              </a:r>
              <a:r>
                <a:rPr lang="ko-KR" altLang="en-US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endParaRPr lang="en-US" altLang="ko-KR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ko-KR" altLang="en-US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*  </a:t>
              </a:r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\param  Y[out]          prefix </a:t>
              </a:r>
              <a:r>
                <a:rPr lang="ko-KR" altLang="en-US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합을 저장하는 출력 배열</a:t>
              </a:r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(GPU)</a:t>
              </a:r>
              <a:r>
                <a:rPr lang="ko-KR" altLang="en-US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endParaRPr lang="en-US" altLang="ko-KR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ko-KR" altLang="en-US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*  </a:t>
              </a:r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\param  </a:t>
              </a:r>
              <a:r>
                <a:rPr lang="en-US" altLang="ko-KR" sz="1400" dirty="0" err="1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blockSum</a:t>
              </a:r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[out]   </a:t>
              </a:r>
              <a:r>
                <a:rPr lang="en-US" altLang="ko-KR" sz="1400" dirty="0" err="1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nullptr</a:t>
              </a:r>
              <a:r>
                <a:rPr lang="ko-KR" altLang="en-US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이 아니면 각 블록의 합이 저장됨</a:t>
              </a:r>
              <a:endParaRPr lang="en-US" altLang="ko-KR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*  \param  n[in]           </a:t>
              </a:r>
              <a:r>
                <a:rPr lang="ko-KR" altLang="en-US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입력 배열의 크기 </a:t>
              </a:r>
              <a:endParaRPr lang="en-US" altLang="ko-KR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ko-KR" altLang="en-US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*</a:t>
              </a:r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</a:t>
              </a:r>
            </a:p>
            <a:p>
              <a:r>
                <a:rPr lang="en-US" altLang="ko-KR" sz="1400" dirty="0">
                  <a:solidFill>
                    <a:srgbClr val="FFC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__global__ void </a:t>
              </a:r>
              <a:r>
                <a:rPr lang="en-US" altLang="ko-KR" sz="1400" dirty="0" err="1">
                  <a:solidFill>
                    <a:srgbClr val="FFC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scanBrentKung</a:t>
              </a:r>
              <a:r>
                <a:rPr lang="en-US" altLang="ko-KR" sz="1400" dirty="0">
                  <a:solidFill>
                    <a:srgbClr val="FFC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(const int* X, int* Y, int* </a:t>
              </a:r>
              <a:r>
                <a:rPr lang="en-US" altLang="ko-KR" sz="1400" dirty="0" err="1">
                  <a:solidFill>
                    <a:srgbClr val="FFC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blockSum</a:t>
              </a:r>
              <a:r>
                <a:rPr lang="en-US" altLang="ko-KR" sz="1400" dirty="0">
                  <a:solidFill>
                    <a:srgbClr val="FFC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, int n);</a:t>
              </a:r>
            </a:p>
            <a:p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/*! </a:t>
              </a:r>
            </a:p>
            <a:p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*  \brief  </a:t>
              </a:r>
              <a:r>
                <a:rPr lang="ko-KR" altLang="en-US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블록의 </a:t>
              </a:r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prefix </a:t>
              </a:r>
              <a:r>
                <a:rPr lang="ko-KR" altLang="en-US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합을 전파</a:t>
              </a:r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</a:p>
            <a:p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* </a:t>
              </a:r>
            </a:p>
            <a:p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*  \param  Y[out] 		prefix </a:t>
              </a:r>
              <a:r>
                <a:rPr lang="ko-KR" altLang="en-US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합을 저장하는 출력 배열</a:t>
              </a:r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(GPU)</a:t>
              </a:r>
              <a:r>
                <a:rPr lang="ko-KR" altLang="en-US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endParaRPr lang="en-US" altLang="ko-KR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ko-KR" altLang="en-US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*  </a:t>
              </a:r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\param  </a:t>
              </a:r>
              <a:r>
                <a:rPr lang="en-US" altLang="ko-KR" sz="1400" dirty="0" err="1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blockSum</a:t>
              </a:r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[in]    </a:t>
              </a:r>
              <a:r>
                <a:rPr lang="ko-KR" altLang="en-US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블록의 </a:t>
              </a:r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prefix </a:t>
              </a:r>
              <a:r>
                <a:rPr lang="ko-KR" altLang="en-US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합을 저장한 배열 </a:t>
              </a:r>
              <a:endParaRPr lang="en-US" altLang="ko-KR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ko-KR" altLang="en-US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*  </a:t>
              </a:r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\param  n[in]       	</a:t>
              </a:r>
              <a:r>
                <a:rPr lang="ko-KR" altLang="en-US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입력 배열의 크기 </a:t>
              </a:r>
              <a:endParaRPr lang="en-US" altLang="ko-KR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ko-KR" altLang="en-US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*</a:t>
              </a:r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</a:t>
              </a:r>
            </a:p>
            <a:p>
              <a:r>
                <a:rPr lang="en-US" altLang="ko-KR" sz="1400" dirty="0">
                  <a:solidFill>
                    <a:srgbClr val="FFC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__global__ void propagate(int* Y, const int* </a:t>
              </a:r>
              <a:r>
                <a:rPr lang="en-US" altLang="ko-KR" sz="1400" dirty="0" err="1">
                  <a:solidFill>
                    <a:srgbClr val="FFC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blockSum</a:t>
              </a:r>
              <a:r>
                <a:rPr lang="en-US" altLang="ko-KR" sz="1400" dirty="0">
                  <a:solidFill>
                    <a:srgbClr val="FFC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, int n){ </a:t>
              </a:r>
            </a:p>
            <a:p>
              <a:r>
                <a:rPr lang="en-US" altLang="ko-KR" sz="1400" dirty="0">
                  <a:solidFill>
                    <a:srgbClr val="FFC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	</a:t>
              </a:r>
              <a:r>
                <a:rPr lang="en-US" altLang="ko-KR" sz="1400" dirty="0">
                  <a:solidFill>
                    <a:srgbClr val="00B0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// </a:t>
              </a:r>
              <a:r>
                <a:rPr lang="ko-KR" altLang="en-US" sz="1400" dirty="0" err="1">
                  <a:solidFill>
                    <a:srgbClr val="00B0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구현하시오</a:t>
              </a:r>
              <a:r>
                <a:rPr lang="en-US" altLang="ko-KR" sz="1400" dirty="0">
                  <a:solidFill>
                    <a:srgbClr val="00B0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.</a:t>
              </a:r>
            </a:p>
            <a:p>
              <a:r>
                <a:rPr lang="en-US" altLang="ko-KR" sz="1400" dirty="0">
                  <a:solidFill>
                    <a:srgbClr val="FFC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}</a:t>
              </a:r>
            </a:p>
          </p:txBody>
        </p:sp>
        <p:sp>
          <p:nvSpPr>
            <p:cNvPr id="6" name="Shape 13">
              <a:extLst>
                <a:ext uri="{FF2B5EF4-FFF2-40B4-BE49-F238E27FC236}">
                  <a16:creationId xmlns:a16="http://schemas.microsoft.com/office/drawing/2014/main" id="{A25174CC-47F6-8CF5-5BF9-9EE06DD45B88}"/>
                </a:ext>
              </a:extLst>
            </p:cNvPr>
            <p:cNvSpPr/>
            <p:nvPr/>
          </p:nvSpPr>
          <p:spPr>
            <a:xfrm>
              <a:off x="7239000" y="2089593"/>
              <a:ext cx="8959385" cy="201168"/>
            </a:xfrm>
            <a:prstGeom prst="rect">
              <a:avLst/>
            </a:prstGeom>
            <a:solidFill>
              <a:srgbClr val="1A252F"/>
            </a:solidFill>
            <a:ln w="12700">
              <a:solidFill>
                <a:srgbClr val="1A252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Shape 14">
              <a:extLst>
                <a:ext uri="{FF2B5EF4-FFF2-40B4-BE49-F238E27FC236}">
                  <a16:creationId xmlns:a16="http://schemas.microsoft.com/office/drawing/2014/main" id="{A731540D-6DDD-746E-30DD-D7B3816BEB60}"/>
                </a:ext>
              </a:extLst>
            </p:cNvPr>
            <p:cNvSpPr/>
            <p:nvPr/>
          </p:nvSpPr>
          <p:spPr>
            <a:xfrm>
              <a:off x="7330440" y="2144457"/>
              <a:ext cx="91440" cy="91440"/>
            </a:xfrm>
            <a:prstGeom prst="ellipse">
              <a:avLst/>
            </a:prstGeom>
            <a:solidFill>
              <a:srgbClr val="FC8181"/>
            </a:solidFill>
            <a:ln w="12700">
              <a:solidFill>
                <a:srgbClr val="FC818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Shape 15">
              <a:extLst>
                <a:ext uri="{FF2B5EF4-FFF2-40B4-BE49-F238E27FC236}">
                  <a16:creationId xmlns:a16="http://schemas.microsoft.com/office/drawing/2014/main" id="{E3D6F92D-9A4B-081E-F5CD-59BF01F6E164}"/>
                </a:ext>
              </a:extLst>
            </p:cNvPr>
            <p:cNvSpPr/>
            <p:nvPr/>
          </p:nvSpPr>
          <p:spPr>
            <a:xfrm>
              <a:off x="7490460" y="2144457"/>
              <a:ext cx="91440" cy="91440"/>
            </a:xfrm>
            <a:prstGeom prst="ellipse">
              <a:avLst/>
            </a:prstGeom>
            <a:solidFill>
              <a:srgbClr val="F6E05E"/>
            </a:solidFill>
            <a:ln w="12700">
              <a:solidFill>
                <a:srgbClr val="F6E05E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16">
              <a:extLst>
                <a:ext uri="{FF2B5EF4-FFF2-40B4-BE49-F238E27FC236}">
                  <a16:creationId xmlns:a16="http://schemas.microsoft.com/office/drawing/2014/main" id="{010C9972-BCE6-39AA-FD38-97DDE05D5244}"/>
                </a:ext>
              </a:extLst>
            </p:cNvPr>
            <p:cNvSpPr/>
            <p:nvPr/>
          </p:nvSpPr>
          <p:spPr>
            <a:xfrm>
              <a:off x="7650480" y="2144457"/>
              <a:ext cx="91440" cy="91440"/>
            </a:xfrm>
            <a:prstGeom prst="ellipse">
              <a:avLst/>
            </a:prstGeom>
            <a:solidFill>
              <a:srgbClr val="68D391"/>
            </a:solidFill>
            <a:ln w="12700">
              <a:solidFill>
                <a:srgbClr val="68D39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4499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AEDF03-E0D4-8558-0755-A64DB61E1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CBB762-E4B5-B76D-ADEE-A97D3F761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F435626-A7DA-A2FE-5CAB-5840380BEF83}"/>
              </a:ext>
            </a:extLst>
          </p:cNvPr>
          <p:cNvGrpSpPr/>
          <p:nvPr/>
        </p:nvGrpSpPr>
        <p:grpSpPr>
          <a:xfrm>
            <a:off x="838200" y="1588072"/>
            <a:ext cx="10515600" cy="4768276"/>
            <a:chOff x="7239000" y="2089593"/>
            <a:chExt cx="8959385" cy="4452743"/>
          </a:xfrm>
        </p:grpSpPr>
        <p:sp>
          <p:nvSpPr>
            <p:cNvPr id="5" name="Shape 12">
              <a:extLst>
                <a:ext uri="{FF2B5EF4-FFF2-40B4-BE49-F238E27FC236}">
                  <a16:creationId xmlns:a16="http://schemas.microsoft.com/office/drawing/2014/main" id="{21D0E997-97B1-2177-5AC0-A38FF8AB37C4}"/>
                </a:ext>
              </a:extLst>
            </p:cNvPr>
            <p:cNvSpPr/>
            <p:nvPr/>
          </p:nvSpPr>
          <p:spPr>
            <a:xfrm>
              <a:off x="7239000" y="2290764"/>
              <a:ext cx="8959385" cy="4251572"/>
            </a:xfrm>
            <a:prstGeom prst="rect">
              <a:avLst/>
            </a:prstGeom>
            <a:solidFill>
              <a:srgbClr val="23303E"/>
            </a:solidFill>
            <a:ln w="12700">
              <a:solidFill>
                <a:srgbClr val="2D3B4A"/>
              </a:solidFill>
              <a:prstDash val="solid"/>
            </a:ln>
          </p:spPr>
          <p:txBody>
            <a:bodyPr/>
            <a:lstStyle/>
            <a:p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/*! </a:t>
              </a:r>
            </a:p>
            <a:p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*  \brief   Brent-Kung </a:t>
              </a:r>
              <a:r>
                <a:rPr lang="ko-KR" altLang="en-US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알고리즘으로 </a:t>
              </a:r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prefix </a:t>
              </a:r>
              <a:r>
                <a:rPr lang="ko-KR" altLang="en-US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합을 계산한다</a:t>
              </a:r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. </a:t>
              </a:r>
            </a:p>
            <a:p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*  </a:t>
              </a:r>
            </a:p>
            <a:p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*  \param  X[in]   </a:t>
              </a:r>
              <a:r>
                <a:rPr lang="ko-KR" altLang="en-US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입력 배열의 </a:t>
              </a:r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GPU </a:t>
              </a:r>
              <a:r>
                <a:rPr lang="ko-KR" altLang="en-US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메모리 주소  </a:t>
              </a:r>
              <a:endParaRPr lang="en-US" altLang="ko-KR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ko-KR" altLang="en-US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*  </a:t>
              </a:r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\param  Y[in]   </a:t>
              </a:r>
              <a:r>
                <a:rPr lang="ko-KR" altLang="en-US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출력 배열의 </a:t>
              </a:r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GPU </a:t>
              </a:r>
              <a:r>
                <a:rPr lang="ko-KR" altLang="en-US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메모리 주소 </a:t>
              </a:r>
              <a:endParaRPr lang="en-US" altLang="ko-KR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ko-KR" altLang="en-US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*  </a:t>
              </a:r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\param  N[in]   </a:t>
              </a:r>
              <a:r>
                <a:rPr lang="ko-KR" altLang="en-US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입력 배열의 크기 </a:t>
              </a:r>
              <a:endParaRPr lang="en-US" altLang="ko-KR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</a:t>
              </a:r>
              <a:r>
                <a:rPr lang="ko-KR" altLang="en-US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*</a:t>
              </a:r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</a:t>
              </a:r>
            </a:p>
            <a:p>
              <a:r>
                <a:rPr lang="en-US" altLang="ko-KR" sz="1400" dirty="0">
                  <a:solidFill>
                    <a:srgbClr val="FFC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void </a:t>
              </a:r>
              <a:r>
                <a:rPr lang="en-US" altLang="ko-KR" sz="1400" dirty="0" err="1">
                  <a:solidFill>
                    <a:srgbClr val="FFC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prefixSum</a:t>
              </a:r>
              <a:r>
                <a:rPr lang="en-US" altLang="ko-KR" sz="1400" dirty="0">
                  <a:solidFill>
                    <a:srgbClr val="FFC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(const int* X, int* Y, int N)</a:t>
              </a:r>
            </a:p>
            <a:p>
              <a:r>
                <a:rPr lang="en-US" altLang="ko-KR" sz="1400" dirty="0">
                  <a:solidFill>
                    <a:srgbClr val="FFC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{    </a:t>
              </a:r>
            </a:p>
            <a:p>
              <a:r>
                <a:rPr lang="en-US" altLang="ko-KR" sz="1400" dirty="0">
                  <a:solidFill>
                    <a:srgbClr val="FFC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	int </a:t>
              </a:r>
              <a:r>
                <a:rPr lang="en-US" altLang="ko-KR" sz="1400" dirty="0" err="1">
                  <a:solidFill>
                    <a:srgbClr val="FFC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numBlocks</a:t>
              </a:r>
              <a:r>
                <a:rPr lang="en-US" altLang="ko-KR" sz="1400" dirty="0">
                  <a:solidFill>
                    <a:srgbClr val="FFC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= (N + BLOCK_SIZE - 1) / BLOCK_SIZE; </a:t>
              </a:r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// </a:t>
              </a:r>
              <a:r>
                <a:rPr lang="ko-KR" altLang="en-US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블록 수 계산</a:t>
              </a:r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(256)</a:t>
              </a:r>
            </a:p>
            <a:p>
              <a:r>
                <a:rPr lang="en-US" altLang="ko-KR" sz="1400" dirty="0">
                  <a:solidFill>
                    <a:srgbClr val="FFC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	int* </a:t>
              </a:r>
              <a:r>
                <a:rPr lang="en-US" altLang="ko-KR" sz="1400" dirty="0" err="1">
                  <a:solidFill>
                    <a:srgbClr val="FFC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blockSums</a:t>
              </a:r>
              <a:r>
                <a:rPr lang="en-US" altLang="ko-KR" sz="1400" dirty="0">
                  <a:solidFill>
                    <a:srgbClr val="FFC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= </a:t>
              </a:r>
              <a:r>
                <a:rPr lang="en-US" altLang="ko-KR" sz="1400" dirty="0" err="1">
                  <a:solidFill>
                    <a:srgbClr val="FFC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nullptr</a:t>
              </a:r>
              <a:r>
                <a:rPr lang="en-US" altLang="ko-KR" sz="1400" dirty="0">
                  <a:solidFill>
                    <a:srgbClr val="FFC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;    					</a:t>
              </a:r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// </a:t>
              </a:r>
              <a:r>
                <a:rPr lang="ko-KR" altLang="en-US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블록의 부분합을 저장할 </a:t>
              </a:r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GPU </a:t>
              </a:r>
              <a:r>
                <a:rPr lang="ko-KR" altLang="en-US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배열</a:t>
              </a:r>
              <a:endParaRPr lang="en-US" altLang="ko-KR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r>
                <a:rPr lang="en-US" altLang="ko-KR" sz="1400" dirty="0">
                  <a:solidFill>
                    <a:srgbClr val="FFC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	</a:t>
              </a:r>
              <a:r>
                <a:rPr lang="en-US" altLang="ko-KR" sz="1400" dirty="0" err="1">
                  <a:solidFill>
                    <a:srgbClr val="FFC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cudaMalloc</a:t>
              </a:r>
              <a:r>
                <a:rPr lang="en-US" altLang="ko-KR" sz="1400" dirty="0">
                  <a:solidFill>
                    <a:srgbClr val="FFC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(&amp;</a:t>
              </a:r>
              <a:r>
                <a:rPr lang="en-US" altLang="ko-KR" sz="1400" dirty="0" err="1">
                  <a:solidFill>
                    <a:srgbClr val="FFC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blockSums</a:t>
              </a:r>
              <a:r>
                <a:rPr lang="en-US" altLang="ko-KR" sz="1400" dirty="0">
                  <a:solidFill>
                    <a:srgbClr val="FFC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, </a:t>
              </a:r>
              <a:r>
                <a:rPr lang="en-US" altLang="ko-KR" sz="1400" dirty="0" err="1">
                  <a:solidFill>
                    <a:srgbClr val="FFC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numBlocks</a:t>
              </a:r>
              <a:r>
                <a:rPr lang="en-US" altLang="ko-KR" sz="1400" dirty="0">
                  <a:solidFill>
                    <a:srgbClr val="FFC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* </a:t>
              </a:r>
              <a:r>
                <a:rPr lang="en-US" altLang="ko-KR" sz="1400" dirty="0" err="1">
                  <a:solidFill>
                    <a:srgbClr val="FFC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sizeof</a:t>
              </a:r>
              <a:r>
                <a:rPr lang="en-US" altLang="ko-KR" sz="1400" dirty="0">
                  <a:solidFill>
                    <a:srgbClr val="FFC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(int));  </a:t>
              </a:r>
            </a:p>
            <a:p>
              <a:r>
                <a:rPr lang="en-US" altLang="ko-KR" sz="1400" dirty="0">
                  <a:solidFill>
                    <a:srgbClr val="FFC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</a:t>
              </a:r>
            </a:p>
            <a:p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	</a:t>
              </a:r>
              <a:r>
                <a:rPr lang="en-US" altLang="ko-KR" sz="1400" dirty="0">
                  <a:solidFill>
                    <a:srgbClr val="00B0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// 1</a:t>
              </a:r>
              <a:r>
                <a:rPr lang="ko-KR" altLang="en-US" sz="1400" dirty="0">
                  <a:solidFill>
                    <a:srgbClr val="00B0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단계 스캔</a:t>
              </a:r>
              <a:r>
                <a:rPr lang="en-US" altLang="ko-KR" sz="1400" dirty="0">
                  <a:solidFill>
                    <a:srgbClr val="00B0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</a:t>
              </a:r>
              <a:r>
                <a:rPr lang="en-US" altLang="ko-KR" sz="1400" dirty="0" err="1">
                  <a:solidFill>
                    <a:srgbClr val="00B0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blockSums</a:t>
              </a:r>
              <a:r>
                <a:rPr lang="ko-KR" altLang="en-US" sz="1400" dirty="0">
                  <a:solidFill>
                    <a:srgbClr val="00B0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에 각 블록의 합이 저장됨</a:t>
              </a:r>
              <a:r>
                <a:rPr lang="en-US" altLang="ko-KR" sz="1400" dirty="0">
                  <a:solidFill>
                    <a:srgbClr val="00B0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</a:t>
              </a:r>
            </a:p>
            <a:p>
              <a:r>
                <a:rPr lang="en-US" altLang="ko-KR" sz="1400" dirty="0">
                  <a:solidFill>
                    <a:srgbClr val="00B0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	… </a:t>
              </a:r>
            </a:p>
            <a:p>
              <a:r>
                <a:rPr lang="en-US" altLang="ko-KR" sz="1400" dirty="0">
                  <a:solidFill>
                    <a:srgbClr val="00B0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	// 2</a:t>
              </a:r>
              <a:r>
                <a:rPr lang="ko-KR" altLang="en-US" sz="1400" dirty="0">
                  <a:solidFill>
                    <a:srgbClr val="00B0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단계 스캔</a:t>
              </a:r>
              <a:r>
                <a:rPr lang="en-US" altLang="ko-KR" sz="1400" dirty="0">
                  <a:solidFill>
                    <a:srgbClr val="00B0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</a:t>
              </a:r>
              <a:r>
                <a:rPr lang="en-US" altLang="ko-KR" sz="1400" dirty="0" err="1">
                  <a:solidFill>
                    <a:srgbClr val="00B0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blockSums</a:t>
              </a:r>
              <a:r>
                <a:rPr lang="ko-KR" altLang="en-US" sz="1400" dirty="0">
                  <a:solidFill>
                    <a:srgbClr val="00B0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의 </a:t>
              </a:r>
              <a:r>
                <a:rPr lang="en-US" altLang="ko-KR" sz="1400" dirty="0">
                  <a:solidFill>
                    <a:srgbClr val="00B0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prefix </a:t>
              </a:r>
              <a:r>
                <a:rPr lang="ko-KR" altLang="en-US" sz="1400" dirty="0">
                  <a:solidFill>
                    <a:srgbClr val="00B0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합을 계산</a:t>
              </a:r>
              <a:r>
                <a:rPr lang="en-US" altLang="ko-KR" sz="1400" dirty="0">
                  <a:solidFill>
                    <a:srgbClr val="00B0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    </a:t>
              </a:r>
            </a:p>
            <a:p>
              <a:r>
                <a:rPr lang="en-US" altLang="ko-KR" sz="1400" dirty="0">
                  <a:solidFill>
                    <a:srgbClr val="00B0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	… </a:t>
              </a:r>
            </a:p>
            <a:p>
              <a:r>
                <a:rPr lang="en-US" altLang="ko-KR" sz="1400" dirty="0">
                  <a:solidFill>
                    <a:srgbClr val="00B0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	// 3</a:t>
              </a:r>
              <a:r>
                <a:rPr lang="ko-KR" altLang="en-US" sz="1400" dirty="0">
                  <a:solidFill>
                    <a:srgbClr val="00B0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단계 전파</a:t>
              </a:r>
              <a:r>
                <a:rPr lang="en-US" altLang="ko-KR" sz="1400" dirty="0">
                  <a:solidFill>
                    <a:srgbClr val="00B0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</a:t>
              </a:r>
              <a:r>
                <a:rPr lang="en-US" altLang="ko-KR" sz="1400" dirty="0" err="1">
                  <a:solidFill>
                    <a:srgbClr val="00B0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blockSums</a:t>
              </a:r>
              <a:r>
                <a:rPr lang="ko-KR" altLang="en-US" sz="1400" dirty="0">
                  <a:solidFill>
                    <a:srgbClr val="00B0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의 결과를 </a:t>
              </a:r>
              <a:r>
                <a:rPr lang="en-US" altLang="ko-KR" sz="1400" dirty="0">
                  <a:solidFill>
                    <a:srgbClr val="00B0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Y</a:t>
              </a:r>
              <a:r>
                <a:rPr lang="ko-KR" altLang="en-US" sz="1400" dirty="0">
                  <a:solidFill>
                    <a:srgbClr val="00B0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에 전파</a:t>
              </a:r>
              <a:r>
                <a:rPr lang="en-US" altLang="ko-KR" sz="1400" dirty="0">
                  <a:solidFill>
                    <a:srgbClr val="00B0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</a:t>
              </a:r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</a:t>
              </a:r>
            </a:p>
            <a:p>
              <a:r>
                <a:rPr lang="ko-KR" altLang="en-US" sz="1400" dirty="0">
                  <a:solidFill>
                    <a:srgbClr val="FFC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</a:t>
              </a:r>
              <a:r>
                <a:rPr lang="en-US" altLang="ko-KR" sz="1400" dirty="0">
                  <a:solidFill>
                    <a:srgbClr val="FFC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	…</a:t>
              </a:r>
            </a:p>
            <a:p>
              <a:r>
                <a:rPr lang="en-US" altLang="ko-KR" sz="1400" dirty="0">
                  <a:solidFill>
                    <a:srgbClr val="FFC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	</a:t>
              </a:r>
              <a:r>
                <a:rPr lang="en-US" altLang="ko-KR" sz="1400" dirty="0" err="1">
                  <a:solidFill>
                    <a:srgbClr val="FFC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cudaFree</a:t>
              </a:r>
              <a:r>
                <a:rPr lang="en-US" altLang="ko-KR" sz="1400" dirty="0">
                  <a:solidFill>
                    <a:srgbClr val="FFC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</a:t>
              </a:r>
              <a:r>
                <a:rPr lang="en-US" altLang="ko-KR" sz="1400" dirty="0" err="1">
                  <a:solidFill>
                    <a:srgbClr val="FFC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blockSums</a:t>
              </a:r>
              <a:r>
                <a:rPr lang="en-US" altLang="ko-KR" sz="1400" dirty="0">
                  <a:solidFill>
                    <a:srgbClr val="FFC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);							</a:t>
              </a:r>
              <a:r>
                <a:rPr lang="en-US" altLang="ko-KR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// GPU </a:t>
              </a:r>
              <a:r>
                <a:rPr lang="ko-KR" altLang="en-US" sz="1400" dirty="0">
                  <a:solidFill>
                    <a:schemeClr val="bg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메모리 해제</a:t>
              </a:r>
              <a:endParaRPr lang="en-US" altLang="ko-KR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r>
                <a:rPr lang="en-US" altLang="ko-KR" sz="1400" dirty="0">
                  <a:solidFill>
                    <a:srgbClr val="FFC0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}</a:t>
              </a:r>
            </a:p>
          </p:txBody>
        </p:sp>
        <p:sp>
          <p:nvSpPr>
            <p:cNvPr id="6" name="Shape 13">
              <a:extLst>
                <a:ext uri="{FF2B5EF4-FFF2-40B4-BE49-F238E27FC236}">
                  <a16:creationId xmlns:a16="http://schemas.microsoft.com/office/drawing/2014/main" id="{F3015564-B2A5-D54D-D371-8D14C4F33815}"/>
                </a:ext>
              </a:extLst>
            </p:cNvPr>
            <p:cNvSpPr/>
            <p:nvPr/>
          </p:nvSpPr>
          <p:spPr>
            <a:xfrm>
              <a:off x="7239000" y="2089593"/>
              <a:ext cx="8959385" cy="201168"/>
            </a:xfrm>
            <a:prstGeom prst="rect">
              <a:avLst/>
            </a:prstGeom>
            <a:solidFill>
              <a:srgbClr val="1A252F"/>
            </a:solidFill>
            <a:ln w="12700">
              <a:solidFill>
                <a:srgbClr val="1A252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Shape 14">
              <a:extLst>
                <a:ext uri="{FF2B5EF4-FFF2-40B4-BE49-F238E27FC236}">
                  <a16:creationId xmlns:a16="http://schemas.microsoft.com/office/drawing/2014/main" id="{7C8EFDFF-3F47-8919-FE65-2F2129CF141A}"/>
                </a:ext>
              </a:extLst>
            </p:cNvPr>
            <p:cNvSpPr/>
            <p:nvPr/>
          </p:nvSpPr>
          <p:spPr>
            <a:xfrm>
              <a:off x="7330440" y="2144457"/>
              <a:ext cx="91440" cy="91440"/>
            </a:xfrm>
            <a:prstGeom prst="ellipse">
              <a:avLst/>
            </a:prstGeom>
            <a:solidFill>
              <a:srgbClr val="FC8181"/>
            </a:solidFill>
            <a:ln w="12700">
              <a:solidFill>
                <a:srgbClr val="FC818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Shape 15">
              <a:extLst>
                <a:ext uri="{FF2B5EF4-FFF2-40B4-BE49-F238E27FC236}">
                  <a16:creationId xmlns:a16="http://schemas.microsoft.com/office/drawing/2014/main" id="{8D8A8159-002A-8EEC-2664-0A047249C20F}"/>
                </a:ext>
              </a:extLst>
            </p:cNvPr>
            <p:cNvSpPr/>
            <p:nvPr/>
          </p:nvSpPr>
          <p:spPr>
            <a:xfrm>
              <a:off x="7490460" y="2144457"/>
              <a:ext cx="91440" cy="91440"/>
            </a:xfrm>
            <a:prstGeom prst="ellipse">
              <a:avLst/>
            </a:prstGeom>
            <a:solidFill>
              <a:srgbClr val="F6E05E"/>
            </a:solidFill>
            <a:ln w="12700">
              <a:solidFill>
                <a:srgbClr val="F6E05E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16">
              <a:extLst>
                <a:ext uri="{FF2B5EF4-FFF2-40B4-BE49-F238E27FC236}">
                  <a16:creationId xmlns:a16="http://schemas.microsoft.com/office/drawing/2014/main" id="{BAF41C76-1514-0AFC-0013-4ACC9472D621}"/>
                </a:ext>
              </a:extLst>
            </p:cNvPr>
            <p:cNvSpPr/>
            <p:nvPr/>
          </p:nvSpPr>
          <p:spPr>
            <a:xfrm>
              <a:off x="7650480" y="2144457"/>
              <a:ext cx="91440" cy="91440"/>
            </a:xfrm>
            <a:prstGeom prst="ellipse">
              <a:avLst/>
            </a:prstGeom>
            <a:solidFill>
              <a:srgbClr val="68D391"/>
            </a:solidFill>
            <a:ln w="12700">
              <a:solidFill>
                <a:srgbClr val="68D391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9589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F89AC38-7C4D-49C8-B528-62209AF5D891}"/>
              </a:ext>
            </a:extLst>
          </p:cNvPr>
          <p:cNvSpPr/>
          <p:nvPr/>
        </p:nvSpPr>
        <p:spPr>
          <a:xfrm>
            <a:off x="5127465" y="2932710"/>
            <a:ext cx="1937069" cy="992579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ko-KR" sz="6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Q&amp;A</a:t>
            </a:r>
            <a:endParaRPr lang="en-US" altLang="ko-KR" sz="405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65389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12244</TotalTime>
  <Words>720</Words>
  <Application>Microsoft Office PowerPoint</Application>
  <PresentationFormat>와이드스크린</PresentationFormat>
  <Paragraphs>254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굴림</vt:lpstr>
      <vt:lpstr>맑은 고딕</vt:lpstr>
      <vt:lpstr>Arial</vt:lpstr>
      <vt:lpstr>Calibri</vt:lpstr>
      <vt:lpstr>Consolas</vt:lpstr>
      <vt:lpstr>Tahoma</vt:lpstr>
      <vt:lpstr>Office 테마</vt:lpstr>
      <vt:lpstr>1_디자인 사용자 지정</vt:lpstr>
      <vt:lpstr>실습7: Prefix Sum</vt:lpstr>
      <vt:lpstr>예) 계층적 병렬 스캔</vt:lpstr>
      <vt:lpstr>계층적 병렬 스캔</vt:lpstr>
      <vt:lpstr>구현</vt:lpstr>
      <vt:lpstr>구현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Minkowski Sum Computation for Planar Freeform Geometric Models using G^1-Biarc Approximation and Interior Disks Culling</dc:title>
  <dc:creator>SHYUN</dc:creator>
  <cp:lastModifiedBy>윤승현/컴퓨터·AI학부</cp:lastModifiedBy>
  <cp:revision>922</cp:revision>
  <cp:lastPrinted>2019-06-15T23:57:23Z</cp:lastPrinted>
  <dcterms:created xsi:type="dcterms:W3CDTF">2019-06-03T00:50:24Z</dcterms:created>
  <dcterms:modified xsi:type="dcterms:W3CDTF">2026-05-19T00:32:09Z</dcterms:modified>
</cp:coreProperties>
</file>